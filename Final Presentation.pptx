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comments+xml" PartName="/ppt/comments/comment1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0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commentAuthors+xml" PartName="/ppt/commentAuthors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712" r:id="rId6"/>
    <p:sldMasterId id="2147483713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</p:sldIdLst>
  <p:sldSz cy="5143500" cx="9144000"/>
  <p:notesSz cx="6858000" cy="9144000"/>
  <p:embeddedFontLst>
    <p:embeddedFont>
      <p:font typeface="Newsreader"/>
      <p:regular r:id="rId29"/>
      <p:bold r:id="rId30"/>
      <p:italic r:id="rId31"/>
      <p:boldItalic r:id="rId32"/>
    </p:embeddedFont>
    <p:embeddedFont>
      <p:font typeface="DM Sans Light"/>
      <p:regular r:id="rId33"/>
      <p:bold r:id="rId34"/>
      <p:italic r:id="rId35"/>
      <p:boldItalic r:id="rId36"/>
    </p:embeddedFont>
    <p:embeddedFont>
      <p:font typeface="DM Sans SemiBold"/>
      <p:regular r:id="rId37"/>
      <p:bold r:id="rId38"/>
      <p:italic r:id="rId39"/>
      <p:boldItalic r:id="rId40"/>
    </p:embeddedFont>
    <p:embeddedFont>
      <p:font typeface="DM Sans"/>
      <p:regular r:id="rId41"/>
      <p:bold r:id="rId42"/>
      <p:italic r:id="rId43"/>
      <p:boldItalic r:id="rId44"/>
    </p:embeddedFont>
    <p:embeddedFont>
      <p:font typeface="Newsreader SemiBold"/>
      <p:regular r:id="rId45"/>
      <p:bold r:id="rId46"/>
      <p:italic r:id="rId47"/>
      <p:boldItalic r:id="rId48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Author clrIdx="0" id="0" initials="" lastIdx="1" name="Ben Sippel"/>
</p:cmAuthorLst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365CCC5-E06B-485A-BA1E-93D77C7B66BD}">
  <a:tblStyle styleId="{4365CCC5-E06B-485A-BA1E-93D77C7B66B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127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rgbClr val="000000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DMSansSemiBold-boldItalic.fntdata"/><Relationship Id="rId42" Type="http://schemas.openxmlformats.org/officeDocument/2006/relationships/font" Target="fonts/DMSans-bold.fntdata"/><Relationship Id="rId41" Type="http://schemas.openxmlformats.org/officeDocument/2006/relationships/font" Target="fonts/DMSans-regular.fntdata"/><Relationship Id="rId44" Type="http://schemas.openxmlformats.org/officeDocument/2006/relationships/font" Target="fonts/DMSans-boldItalic.fntdata"/><Relationship Id="rId43" Type="http://schemas.openxmlformats.org/officeDocument/2006/relationships/font" Target="fonts/DMSans-italic.fntdata"/><Relationship Id="rId46" Type="http://schemas.openxmlformats.org/officeDocument/2006/relationships/font" Target="fonts/NewsreaderSemiBold-bold.fntdata"/><Relationship Id="rId45" Type="http://schemas.openxmlformats.org/officeDocument/2006/relationships/font" Target="fonts/NewsreaderSemiBold-regular.fntdata"/><Relationship Id="rId1" Type="http://schemas.openxmlformats.org/officeDocument/2006/relationships/theme" Target="theme/theme3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1.xml"/><Relationship Id="rId48" Type="http://schemas.openxmlformats.org/officeDocument/2006/relationships/font" Target="fonts/NewsreaderSemiBold-boldItalic.fntdata"/><Relationship Id="rId47" Type="http://schemas.openxmlformats.org/officeDocument/2006/relationships/font" Target="fonts/NewsreaderSemiBold-italic.fntdata"/><Relationship Id="rId5" Type="http://schemas.openxmlformats.org/officeDocument/2006/relationships/commentAuthors" Target="commentAuthors.xml"/><Relationship Id="rId6" Type="http://schemas.openxmlformats.org/officeDocument/2006/relationships/slideMaster" Target="slideMasters/slideMaster1.xml"/><Relationship Id="rId7" Type="http://schemas.openxmlformats.org/officeDocument/2006/relationships/slideMaster" Target="slideMasters/slideMaster2.xml"/><Relationship Id="rId8" Type="http://schemas.openxmlformats.org/officeDocument/2006/relationships/notesMaster" Target="notesMasters/notesMaster1.xml"/><Relationship Id="rId31" Type="http://schemas.openxmlformats.org/officeDocument/2006/relationships/font" Target="fonts/Newsreader-italic.fntdata"/><Relationship Id="rId30" Type="http://schemas.openxmlformats.org/officeDocument/2006/relationships/font" Target="fonts/Newsreader-bold.fntdata"/><Relationship Id="rId33" Type="http://schemas.openxmlformats.org/officeDocument/2006/relationships/font" Target="fonts/DMSansLight-regular.fntdata"/><Relationship Id="rId32" Type="http://schemas.openxmlformats.org/officeDocument/2006/relationships/font" Target="fonts/Newsreader-boldItalic.fntdata"/><Relationship Id="rId35" Type="http://schemas.openxmlformats.org/officeDocument/2006/relationships/font" Target="fonts/DMSansLight-italic.fntdata"/><Relationship Id="rId34" Type="http://schemas.openxmlformats.org/officeDocument/2006/relationships/font" Target="fonts/DMSansLight-bold.fntdata"/><Relationship Id="rId37" Type="http://schemas.openxmlformats.org/officeDocument/2006/relationships/font" Target="fonts/DMSansSemiBold-regular.fntdata"/><Relationship Id="rId36" Type="http://schemas.openxmlformats.org/officeDocument/2006/relationships/font" Target="fonts/DMSansLight-boldItalic.fntdata"/><Relationship Id="rId39" Type="http://schemas.openxmlformats.org/officeDocument/2006/relationships/font" Target="fonts/DMSansSemiBold-italic.fntdata"/><Relationship Id="rId38" Type="http://schemas.openxmlformats.org/officeDocument/2006/relationships/font" Target="fonts/DMSansSemiBold-bold.fntdata"/><Relationship Id="rId20" Type="http://schemas.openxmlformats.org/officeDocument/2006/relationships/slide" Target="slides/slide12.xml"/><Relationship Id="rId22" Type="http://schemas.openxmlformats.org/officeDocument/2006/relationships/slide" Target="slides/slide14.xml"/><Relationship Id="rId21" Type="http://schemas.openxmlformats.org/officeDocument/2006/relationships/slide" Target="slides/slide13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29" Type="http://schemas.openxmlformats.org/officeDocument/2006/relationships/font" Target="fonts/Newsreader-regular.fntdata"/><Relationship Id="rId11" Type="http://schemas.openxmlformats.org/officeDocument/2006/relationships/slide" Target="slides/slide3.xml"/><Relationship Id="rId10" Type="http://schemas.openxmlformats.org/officeDocument/2006/relationships/slide" Target="slides/slide2.xml"/><Relationship Id="rId13" Type="http://schemas.openxmlformats.org/officeDocument/2006/relationships/slide" Target="slides/slide5.xml"/><Relationship Id="rId12" Type="http://schemas.openxmlformats.org/officeDocument/2006/relationships/slide" Target="slides/slide4.xml"/><Relationship Id="rId15" Type="http://schemas.openxmlformats.org/officeDocument/2006/relationships/slide" Target="slides/slide7.xml"/><Relationship Id="rId14" Type="http://schemas.openxmlformats.org/officeDocument/2006/relationships/slide" Target="slides/slide6.xml"/><Relationship Id="rId17" Type="http://schemas.openxmlformats.org/officeDocument/2006/relationships/slide" Target="slides/slide9.xml"/><Relationship Id="rId16" Type="http://schemas.openxmlformats.org/officeDocument/2006/relationships/slide" Target="slides/slide8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comments/comment1.xml><?xml version="1.0" encoding="utf-8"?>
<p:cmLs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m authorId="0" idx="1" dt="2025-12-06T20:16:50.654">
    <p:pos x="6000" y="0"/>
    <p:text>https://rit.zoom.us/j/95494373486</p:text>
  </p:cm>
</p:cmLst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9" name="Shape 5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0" name="Google Shape;510;g3800809f767_0_207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11" name="Google Shape;511;g3800809f767_0_20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18" name="Shape 5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9" name="Google Shape;519;g3800809f767_0_21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0" name="Google Shape;520;g3800809f767_0_21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1" name="Shape 5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" name="Google Shape;532;g3ae27365fdc_0_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3" name="Google Shape;533;g3ae27365fdc_0_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0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g3ae27365fdc_1_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2" name="Google Shape;542;g3ae27365fdc_1_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3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g3ae27365fdc_0_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5" name="Google Shape;555;g3ae27365fdc_0_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7" name="Shape 5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8" name="Google Shape;568;g3ae27365fdc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9" name="Google Shape;569;g3ae27365fdc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</a:pPr>
            <a:r>
              <a:rPr lang="en"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Use of Paychex and related financial processes</a:t>
            </a:r>
            <a:endParaRPr sz="12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○"/>
            </a:pPr>
            <a:r>
              <a:rPr lang="en"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Reducing internal handling of sensitive data</a:t>
            </a:r>
            <a:endParaRPr sz="12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○"/>
            </a:pPr>
            <a:r>
              <a:rPr lang="en"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Reducing reliance on insecure workflows</a:t>
            </a:r>
            <a:endParaRPr sz="12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</a:pPr>
            <a:r>
              <a:rPr lang="en"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Access to Paychex restricted to finance and accounting staff</a:t>
            </a:r>
            <a:endParaRPr sz="12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○"/>
            </a:pPr>
            <a:r>
              <a:rPr lang="en"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Limiting exposure of payroll and financial information </a:t>
            </a:r>
            <a:endParaRPr sz="12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○"/>
            </a:pPr>
            <a:r>
              <a:rPr lang="en"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Reducing unnecessary privilege distribution.</a:t>
            </a:r>
            <a:endParaRPr sz="12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</a:pPr>
            <a:r>
              <a:rPr lang="en"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A defined password policy is in place</a:t>
            </a:r>
            <a:endParaRPr sz="12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○"/>
            </a:pPr>
            <a:r>
              <a:rPr lang="en"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Employees are trained every 3 months on how to comply</a:t>
            </a:r>
            <a:endParaRPr sz="12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</a:pPr>
            <a:r>
              <a:rPr lang="en"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Servers, desktops, and laptops have McAfee deployed</a:t>
            </a:r>
            <a:endParaRPr sz="12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○"/>
            </a:pPr>
            <a:r>
              <a:rPr lang="en"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Establishing a baseline level of endpoint protection</a:t>
            </a:r>
            <a:endParaRPr sz="12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●"/>
            </a:pPr>
            <a:r>
              <a:rPr lang="en"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Accurate device inventory maintained</a:t>
            </a:r>
            <a:endParaRPr sz="12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M Sans"/>
              <a:buChar char="○"/>
            </a:pPr>
            <a:r>
              <a:rPr lang="en" sz="12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Giving clear asset visibility</a:t>
            </a:r>
            <a:endParaRPr sz="12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dk1"/>
              </a:solidFill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4" name="Shape 5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5" name="Google Shape;575;g3ae27365fdc_0_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6" name="Google Shape;576;g3ae27365fdc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6" name="Shape 5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7" name="Google Shape;587;g3ae27365fdc_1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8" name="Google Shape;588;g3ae27365fdc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8" name="Shape 5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9" name="Google Shape;599;g3ae27365fdc_1_6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0" name="Google Shape;600;g3ae27365fdc_1_6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7" name="Shape 6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8" name="Google Shape;608;g3ae27365fdc_1_10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09" name="Google Shape;609;g3ae27365fdc_1_10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4" name="Shape 6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Google Shape;615;g3ae27365fdc_1_11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6" name="Google Shape;616;g3ae27365fdc_1_11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2" name="Google Shape;622;g3ae27365fdc_1_1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23" name="Google Shape;623;g3ae27365fdc_1_1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8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9" name="Google Shape;629;g3ae27365fdc_1_1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0" name="Google Shape;630;g3ae27365fdc_1_1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6" name="Shape 6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Google Shape;637;g3ae27365fdc_1_1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8" name="Google Shape;638;g3ae27365fdc_1_1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2" name="Shape 6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Google Shape;643;g3ae27365fdc_1_2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4" name="Google Shape;644;g3ae27365fdc_1_2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3ae27365fdc_1_16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2" name="Google Shape;652;g3ae27365fdc_1_16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3" name="Shape 6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Google Shape;664;g3ae27365fdc_1_18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5" name="Google Shape;665;g3ae27365fdc_1_1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6" name="Shape 6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Google Shape;677;g3ae27365fdc_1_1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8" name="Google Shape;678;g3ae27365fdc_1_1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9" name="Shape 6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0" name="Google Shape;690;g3ae27365fdc_1_2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1" name="Google Shape;691;g3ae27365fdc_1_2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0" name="Shape 7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1" name="Google Shape;701;g3800809f767_0_28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2" name="Google Shape;702;g3800809f767_0_28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jp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title only">
  <p:cSld name="BLANK_1_1_1_1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title"/>
          </p:nvPr>
        </p:nvSpPr>
        <p:spPr>
          <a:xfrm>
            <a:off x="361975" y="957403"/>
            <a:ext cx="56274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7" name="Google Shape;57;p14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+ 3 Columns">
  <p:cSld name="BLANK_1_1_1_1_3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5"/>
          <p:cNvSpPr txBox="1"/>
          <p:nvPr>
            <p:ph type="title"/>
          </p:nvPr>
        </p:nvSpPr>
        <p:spPr>
          <a:xfrm>
            <a:off x="361975" y="957403"/>
            <a:ext cx="56274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60" name="Google Shape;60;p15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1" name="Google Shape;61;p15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62" name="Google Shape;62;p15"/>
          <p:cNvSpPr txBox="1"/>
          <p:nvPr>
            <p:ph idx="2" type="subTitle"/>
          </p:nvPr>
        </p:nvSpPr>
        <p:spPr>
          <a:xfrm>
            <a:off x="362125" y="1853425"/>
            <a:ext cx="2061600" cy="23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5"/>
          <p:cNvSpPr txBox="1"/>
          <p:nvPr>
            <p:ph idx="3" type="subTitle"/>
          </p:nvPr>
        </p:nvSpPr>
        <p:spPr>
          <a:xfrm>
            <a:off x="3154650" y="1853425"/>
            <a:ext cx="2061600" cy="23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5"/>
          <p:cNvSpPr txBox="1"/>
          <p:nvPr>
            <p:ph idx="4" type="subTitle"/>
          </p:nvPr>
        </p:nvSpPr>
        <p:spPr>
          <a:xfrm>
            <a:off x="6216650" y="1853425"/>
            <a:ext cx="2061600" cy="23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15"/>
          <p:cNvSpPr txBox="1"/>
          <p:nvPr>
            <p:ph idx="5" type="subTitle"/>
          </p:nvPr>
        </p:nvSpPr>
        <p:spPr>
          <a:xfrm>
            <a:off x="362125" y="2206700"/>
            <a:ext cx="2575800" cy="1248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eyebrow ">
  <p:cSld name="BLANK_1_1_1_1_2_1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6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8" name="Google Shape;68;p16"/>
          <p:cNvSpPr txBox="1"/>
          <p:nvPr>
            <p:ph type="title"/>
          </p:nvPr>
        </p:nvSpPr>
        <p:spPr>
          <a:xfrm>
            <a:off x="361975" y="988557"/>
            <a:ext cx="50184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/>
        </p:txBody>
      </p:sp>
      <p:sp>
        <p:nvSpPr>
          <p:cNvPr id="69" name="Google Shape;69;p16"/>
          <p:cNvSpPr txBox="1"/>
          <p:nvPr>
            <p:ph idx="1" type="subTitle"/>
          </p:nvPr>
        </p:nvSpPr>
        <p:spPr>
          <a:xfrm>
            <a:off x="361975" y="732775"/>
            <a:ext cx="4163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2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agenda">
  <p:cSld name="BLANK_1_1_1_1_1_1_1_1_1_1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7"/>
          <p:cNvSpPr txBox="1"/>
          <p:nvPr>
            <p:ph idx="1" type="subTitle"/>
          </p:nvPr>
        </p:nvSpPr>
        <p:spPr>
          <a:xfrm>
            <a:off x="361975" y="2841984"/>
            <a:ext cx="3154800" cy="219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3" name="Google Shape;73;p17"/>
          <p:cNvSpPr txBox="1"/>
          <p:nvPr>
            <p:ph type="title"/>
          </p:nvPr>
        </p:nvSpPr>
        <p:spPr>
          <a:xfrm>
            <a:off x="361975" y="962100"/>
            <a:ext cx="41631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4" name="Google Shape;74;p17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75" name="Google Shape;75;p17"/>
          <p:cNvSpPr txBox="1"/>
          <p:nvPr>
            <p:ph idx="2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6" name="Google Shape;76;p17"/>
          <p:cNvSpPr txBox="1"/>
          <p:nvPr>
            <p:ph idx="3" type="subTitle"/>
          </p:nvPr>
        </p:nvSpPr>
        <p:spPr>
          <a:xfrm>
            <a:off x="4909675" y="2841984"/>
            <a:ext cx="3154800" cy="219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7" name="Google Shape;77;p17"/>
          <p:cNvSpPr txBox="1"/>
          <p:nvPr>
            <p:ph idx="4" type="subTitle"/>
          </p:nvPr>
        </p:nvSpPr>
        <p:spPr>
          <a:xfrm>
            <a:off x="361975" y="3493626"/>
            <a:ext cx="3154800" cy="219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8" name="Google Shape;78;p17"/>
          <p:cNvSpPr txBox="1"/>
          <p:nvPr>
            <p:ph idx="5" type="subTitle"/>
          </p:nvPr>
        </p:nvSpPr>
        <p:spPr>
          <a:xfrm>
            <a:off x="4909675" y="3493626"/>
            <a:ext cx="3154800" cy="219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9" name="Google Shape;79;p17"/>
          <p:cNvSpPr txBox="1"/>
          <p:nvPr>
            <p:ph idx="6" type="subTitle"/>
          </p:nvPr>
        </p:nvSpPr>
        <p:spPr>
          <a:xfrm>
            <a:off x="361975" y="4145267"/>
            <a:ext cx="3154800" cy="219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0" name="Google Shape;80;p17"/>
          <p:cNvSpPr txBox="1"/>
          <p:nvPr>
            <p:ph idx="7" type="subTitle"/>
          </p:nvPr>
        </p:nvSpPr>
        <p:spPr>
          <a:xfrm>
            <a:off x="4909675" y="4145267"/>
            <a:ext cx="3154800" cy="219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- Horizontal - Light">
  <p:cSld name="BLANK_1_1_1_1_1_1_1_1_1_1_1_1_1_1_2">
    <p:bg>
      <p:bgPr>
        <a:solidFill>
          <a:schemeClr val="accent6"/>
        </a:solidFill>
      </p:bgPr>
    </p:bg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8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u="sng"/>
          </a:p>
        </p:txBody>
      </p:sp>
      <p:sp>
        <p:nvSpPr>
          <p:cNvPr id="83" name="Google Shape;83;p18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18"/>
          <p:cNvSpPr txBox="1"/>
          <p:nvPr>
            <p:ph idx="2" type="body"/>
          </p:nvPr>
        </p:nvSpPr>
        <p:spPr>
          <a:xfrm>
            <a:off x="4845475" y="1361028"/>
            <a:ext cx="3382500" cy="4314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9pPr>
          </a:lstStyle>
          <a:p/>
        </p:txBody>
      </p:sp>
      <p:sp>
        <p:nvSpPr>
          <p:cNvPr id="85" name="Google Shape;85;p18"/>
          <p:cNvSpPr txBox="1"/>
          <p:nvPr>
            <p:ph idx="3" type="subTitle"/>
          </p:nvPr>
        </p:nvSpPr>
        <p:spPr>
          <a:xfrm>
            <a:off x="4845475" y="1028377"/>
            <a:ext cx="3382500" cy="237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86" name="Google Shape;86;p18"/>
          <p:cNvSpPr txBox="1"/>
          <p:nvPr>
            <p:ph idx="4" type="body"/>
          </p:nvPr>
        </p:nvSpPr>
        <p:spPr>
          <a:xfrm>
            <a:off x="4845475" y="2595865"/>
            <a:ext cx="3382500" cy="4314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7" name="Google Shape;87;p18"/>
          <p:cNvSpPr txBox="1"/>
          <p:nvPr>
            <p:ph idx="5" type="subTitle"/>
          </p:nvPr>
        </p:nvSpPr>
        <p:spPr>
          <a:xfrm>
            <a:off x="4845475" y="2263215"/>
            <a:ext cx="3382500" cy="237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88" name="Google Shape;88;p18"/>
          <p:cNvSpPr txBox="1"/>
          <p:nvPr>
            <p:ph idx="6" type="body"/>
          </p:nvPr>
        </p:nvSpPr>
        <p:spPr>
          <a:xfrm>
            <a:off x="4845475" y="3870078"/>
            <a:ext cx="3382500" cy="4314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89" name="Google Shape;89;p18"/>
          <p:cNvSpPr txBox="1"/>
          <p:nvPr>
            <p:ph idx="7" type="subTitle"/>
          </p:nvPr>
        </p:nvSpPr>
        <p:spPr>
          <a:xfrm>
            <a:off x="4845475" y="3537427"/>
            <a:ext cx="3382500" cy="237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90" name="Google Shape;90;p18"/>
          <p:cNvSpPr txBox="1"/>
          <p:nvPr>
            <p:ph type="title"/>
          </p:nvPr>
        </p:nvSpPr>
        <p:spPr>
          <a:xfrm>
            <a:off x="361975" y="988555"/>
            <a:ext cx="38601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/>
        </p:txBody>
      </p:sp>
      <p:sp>
        <p:nvSpPr>
          <p:cNvPr id="91" name="Google Shape;91;p18"/>
          <p:cNvSpPr txBox="1"/>
          <p:nvPr>
            <p:ph idx="8" type="subTitle"/>
          </p:nvPr>
        </p:nvSpPr>
        <p:spPr>
          <a:xfrm>
            <a:off x="361975" y="732775"/>
            <a:ext cx="3860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- Horizontal - Light - Alt 1">
  <p:cSld name="BLANK_1_1_1_1_1_1_1_1_1_1_1_1_1_1_2_2">
    <p:bg>
      <p:bgPr>
        <a:solidFill>
          <a:schemeClr val="accent6"/>
        </a:solidFill>
      </p:bgPr>
    </p:bg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9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" name="Google Shape;94;p19"/>
          <p:cNvSpPr txBox="1"/>
          <p:nvPr>
            <p:ph idx="2" type="body"/>
          </p:nvPr>
        </p:nvSpPr>
        <p:spPr>
          <a:xfrm>
            <a:off x="4845475" y="998689"/>
            <a:ext cx="33825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9pPr>
          </a:lstStyle>
          <a:p/>
        </p:txBody>
      </p:sp>
      <p:sp>
        <p:nvSpPr>
          <p:cNvPr id="95" name="Google Shape;95;p19"/>
          <p:cNvSpPr txBox="1"/>
          <p:nvPr>
            <p:ph idx="3" type="subTitle"/>
          </p:nvPr>
        </p:nvSpPr>
        <p:spPr>
          <a:xfrm>
            <a:off x="4845475" y="666041"/>
            <a:ext cx="3382500" cy="237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96" name="Google Shape;96;p19"/>
          <p:cNvSpPr txBox="1"/>
          <p:nvPr>
            <p:ph type="title"/>
          </p:nvPr>
        </p:nvSpPr>
        <p:spPr>
          <a:xfrm>
            <a:off x="361975" y="988555"/>
            <a:ext cx="38601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  <p:sp>
        <p:nvSpPr>
          <p:cNvPr id="97" name="Google Shape;97;p19"/>
          <p:cNvSpPr txBox="1"/>
          <p:nvPr>
            <p:ph idx="4" type="subTitle"/>
          </p:nvPr>
        </p:nvSpPr>
        <p:spPr>
          <a:xfrm>
            <a:off x="361975" y="732775"/>
            <a:ext cx="3860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19"/>
          <p:cNvSpPr txBox="1"/>
          <p:nvPr>
            <p:ph idx="5" type="body"/>
          </p:nvPr>
        </p:nvSpPr>
        <p:spPr>
          <a:xfrm>
            <a:off x="4845475" y="3927439"/>
            <a:ext cx="33825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99" name="Google Shape;99;p19"/>
          <p:cNvSpPr txBox="1"/>
          <p:nvPr>
            <p:ph idx="6" type="subTitle"/>
          </p:nvPr>
        </p:nvSpPr>
        <p:spPr>
          <a:xfrm>
            <a:off x="4845475" y="3594791"/>
            <a:ext cx="3382500" cy="237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00" name="Google Shape;100;p19"/>
          <p:cNvSpPr txBox="1"/>
          <p:nvPr>
            <p:ph idx="7" type="body"/>
          </p:nvPr>
        </p:nvSpPr>
        <p:spPr>
          <a:xfrm>
            <a:off x="4845475" y="2431037"/>
            <a:ext cx="33825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01" name="Google Shape;101;p19"/>
          <p:cNvSpPr txBox="1"/>
          <p:nvPr>
            <p:ph idx="8" type="subTitle"/>
          </p:nvPr>
        </p:nvSpPr>
        <p:spPr>
          <a:xfrm>
            <a:off x="4845475" y="2098390"/>
            <a:ext cx="3382500" cy="237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02" name="Google Shape;102;p19"/>
          <p:cNvSpPr txBox="1"/>
          <p:nvPr>
            <p:ph idx="9" type="body"/>
          </p:nvPr>
        </p:nvSpPr>
        <p:spPr>
          <a:xfrm>
            <a:off x="356100" y="3243900"/>
            <a:ext cx="2798700" cy="1334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 - Horizontal - Dark">
  <p:cSld name="BLANK_1_1_1_1_1_1_1_1_1_1_1_1_1_1_2_1">
    <p:bg>
      <p:bgPr>
        <a:solidFill>
          <a:schemeClr val="lt1"/>
        </a:solidFill>
      </p:bgPr>
    </p:bg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0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05" name="Google Shape;105;p20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06" name="Google Shape;106;p20"/>
          <p:cNvSpPr txBox="1"/>
          <p:nvPr>
            <p:ph idx="2" type="body"/>
          </p:nvPr>
        </p:nvSpPr>
        <p:spPr>
          <a:xfrm>
            <a:off x="4845475" y="1361028"/>
            <a:ext cx="3382500" cy="4314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9pPr>
          </a:lstStyle>
          <a:p/>
        </p:txBody>
      </p:sp>
      <p:sp>
        <p:nvSpPr>
          <p:cNvPr id="107" name="Google Shape;107;p20"/>
          <p:cNvSpPr txBox="1"/>
          <p:nvPr>
            <p:ph idx="3" type="subTitle"/>
          </p:nvPr>
        </p:nvSpPr>
        <p:spPr>
          <a:xfrm>
            <a:off x="4845475" y="1028377"/>
            <a:ext cx="3382500" cy="237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08" name="Google Shape;108;p20"/>
          <p:cNvSpPr txBox="1"/>
          <p:nvPr>
            <p:ph idx="4" type="body"/>
          </p:nvPr>
        </p:nvSpPr>
        <p:spPr>
          <a:xfrm>
            <a:off x="4845475" y="2595865"/>
            <a:ext cx="3382500" cy="4314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09" name="Google Shape;109;p20"/>
          <p:cNvSpPr txBox="1"/>
          <p:nvPr>
            <p:ph idx="5" type="subTitle"/>
          </p:nvPr>
        </p:nvSpPr>
        <p:spPr>
          <a:xfrm>
            <a:off x="4845475" y="2263215"/>
            <a:ext cx="3382500" cy="237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10" name="Google Shape;110;p20"/>
          <p:cNvSpPr txBox="1"/>
          <p:nvPr>
            <p:ph idx="6" type="body"/>
          </p:nvPr>
        </p:nvSpPr>
        <p:spPr>
          <a:xfrm>
            <a:off x="4845475" y="3870078"/>
            <a:ext cx="3382500" cy="4314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DM Sans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Font typeface="DM Sans"/>
              <a:buChar char="■"/>
              <a:defRPr sz="1000"/>
            </a:lvl9pPr>
          </a:lstStyle>
          <a:p/>
        </p:txBody>
      </p:sp>
      <p:sp>
        <p:nvSpPr>
          <p:cNvPr id="111" name="Google Shape;111;p20"/>
          <p:cNvSpPr txBox="1"/>
          <p:nvPr>
            <p:ph idx="7" type="subTitle"/>
          </p:nvPr>
        </p:nvSpPr>
        <p:spPr>
          <a:xfrm>
            <a:off x="4845475" y="3537427"/>
            <a:ext cx="3382500" cy="237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12" name="Google Shape;112;p20"/>
          <p:cNvSpPr txBox="1"/>
          <p:nvPr>
            <p:ph type="title"/>
          </p:nvPr>
        </p:nvSpPr>
        <p:spPr>
          <a:xfrm>
            <a:off x="361975" y="988555"/>
            <a:ext cx="38601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3" name="Google Shape;113;p20"/>
          <p:cNvSpPr txBox="1"/>
          <p:nvPr>
            <p:ph idx="8" type="subTitle"/>
          </p:nvPr>
        </p:nvSpPr>
        <p:spPr>
          <a:xfrm>
            <a:off x="361975" y="732775"/>
            <a:ext cx="3860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four big ideas">
  <p:cSld name="BLANK_1_1_1_1_1_1_1_1_1_1_1_1_1_1_1"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1"/>
          <p:cNvSpPr txBox="1"/>
          <p:nvPr>
            <p:ph idx="1" type="body"/>
          </p:nvPr>
        </p:nvSpPr>
        <p:spPr>
          <a:xfrm>
            <a:off x="2610420" y="2943375"/>
            <a:ext cx="1645800" cy="1608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9pPr>
          </a:lstStyle>
          <a:p/>
        </p:txBody>
      </p:sp>
      <p:sp>
        <p:nvSpPr>
          <p:cNvPr id="116" name="Google Shape;116;p21"/>
          <p:cNvSpPr txBox="1"/>
          <p:nvPr>
            <p:ph idx="2" type="subTitle"/>
          </p:nvPr>
        </p:nvSpPr>
        <p:spPr>
          <a:xfrm>
            <a:off x="2610418" y="2169054"/>
            <a:ext cx="1645800" cy="45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17" name="Google Shape;117;p21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8" name="Google Shape;118;p21"/>
          <p:cNvSpPr txBox="1"/>
          <p:nvPr>
            <p:ph idx="3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19" name="Google Shape;119;p21"/>
          <p:cNvSpPr txBox="1"/>
          <p:nvPr>
            <p:ph idx="4" type="body"/>
          </p:nvPr>
        </p:nvSpPr>
        <p:spPr>
          <a:xfrm>
            <a:off x="4889772" y="2943375"/>
            <a:ext cx="1645800" cy="1608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0" name="Google Shape;120;p21"/>
          <p:cNvSpPr txBox="1"/>
          <p:nvPr>
            <p:ph idx="5" type="subTitle"/>
          </p:nvPr>
        </p:nvSpPr>
        <p:spPr>
          <a:xfrm>
            <a:off x="4889774" y="2169054"/>
            <a:ext cx="1645800" cy="45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21" name="Google Shape;121;p21"/>
          <p:cNvSpPr txBox="1"/>
          <p:nvPr>
            <p:ph idx="6" type="body"/>
          </p:nvPr>
        </p:nvSpPr>
        <p:spPr>
          <a:xfrm>
            <a:off x="7130875" y="2943375"/>
            <a:ext cx="1645800" cy="1608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9pPr>
          </a:lstStyle>
          <a:p/>
        </p:txBody>
      </p:sp>
      <p:sp>
        <p:nvSpPr>
          <p:cNvPr id="122" name="Google Shape;122;p21"/>
          <p:cNvSpPr txBox="1"/>
          <p:nvPr>
            <p:ph idx="7" type="subTitle"/>
          </p:nvPr>
        </p:nvSpPr>
        <p:spPr>
          <a:xfrm>
            <a:off x="7130874" y="2169054"/>
            <a:ext cx="1645800" cy="45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600"/>
              <a:buFont typeface="DM Sans Light"/>
              <a:buNone/>
              <a:defRPr sz="16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23" name="Google Shape;123;p21"/>
          <p:cNvSpPr txBox="1"/>
          <p:nvPr>
            <p:ph idx="8" type="body"/>
          </p:nvPr>
        </p:nvSpPr>
        <p:spPr>
          <a:xfrm>
            <a:off x="360525" y="2943375"/>
            <a:ext cx="1645800" cy="1608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24" name="Google Shape;124;p21"/>
          <p:cNvSpPr txBox="1"/>
          <p:nvPr>
            <p:ph idx="9" type="subTitle"/>
          </p:nvPr>
        </p:nvSpPr>
        <p:spPr>
          <a:xfrm>
            <a:off x="360533" y="2169054"/>
            <a:ext cx="1645800" cy="45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DM Sans Light"/>
              <a:buNone/>
              <a:defRPr sz="16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25" name="Google Shape;125;p21"/>
          <p:cNvSpPr txBox="1"/>
          <p:nvPr>
            <p:ph idx="13" type="subTitle"/>
          </p:nvPr>
        </p:nvSpPr>
        <p:spPr>
          <a:xfrm>
            <a:off x="2490450" y="732775"/>
            <a:ext cx="4163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26" name="Google Shape;126;p21"/>
          <p:cNvSpPr txBox="1"/>
          <p:nvPr>
            <p:ph type="title"/>
          </p:nvPr>
        </p:nvSpPr>
        <p:spPr>
          <a:xfrm>
            <a:off x="1938175" y="988550"/>
            <a:ext cx="52677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ive big ideas">
  <p:cSld name="BLANK_1_1_1_1_1_1_1_1_1_1_1_1_1_1_1_3">
    <p:bg>
      <p:bgPr>
        <a:solidFill>
          <a:schemeClr val="accent2"/>
        </a:solidFill>
      </p:bgPr>
    </p:bg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2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29" name="Google Shape;129;p22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0" name="Google Shape;130;p22"/>
          <p:cNvSpPr txBox="1"/>
          <p:nvPr>
            <p:ph idx="2" type="body"/>
          </p:nvPr>
        </p:nvSpPr>
        <p:spPr>
          <a:xfrm>
            <a:off x="361975" y="3231275"/>
            <a:ext cx="1457400" cy="107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31" name="Google Shape;131;p22"/>
          <p:cNvSpPr txBox="1"/>
          <p:nvPr>
            <p:ph idx="3" type="subTitle"/>
          </p:nvPr>
        </p:nvSpPr>
        <p:spPr>
          <a:xfrm>
            <a:off x="361975" y="2556804"/>
            <a:ext cx="1457400" cy="45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32" name="Google Shape;132;p22"/>
          <p:cNvSpPr txBox="1"/>
          <p:nvPr>
            <p:ph idx="4" type="subTitle"/>
          </p:nvPr>
        </p:nvSpPr>
        <p:spPr>
          <a:xfrm>
            <a:off x="2490450" y="732775"/>
            <a:ext cx="4163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33" name="Google Shape;133;p22"/>
          <p:cNvSpPr txBox="1"/>
          <p:nvPr>
            <p:ph type="title"/>
          </p:nvPr>
        </p:nvSpPr>
        <p:spPr>
          <a:xfrm>
            <a:off x="1938175" y="988550"/>
            <a:ext cx="52677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/>
        </p:txBody>
      </p:sp>
      <p:sp>
        <p:nvSpPr>
          <p:cNvPr id="134" name="Google Shape;134;p22"/>
          <p:cNvSpPr txBox="1"/>
          <p:nvPr>
            <p:ph idx="5" type="subTitle"/>
          </p:nvPr>
        </p:nvSpPr>
        <p:spPr>
          <a:xfrm>
            <a:off x="7319275" y="2556804"/>
            <a:ext cx="1457400" cy="45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35" name="Google Shape;135;p22"/>
          <p:cNvSpPr txBox="1"/>
          <p:nvPr>
            <p:ph idx="6" type="body"/>
          </p:nvPr>
        </p:nvSpPr>
        <p:spPr>
          <a:xfrm>
            <a:off x="2101300" y="3231275"/>
            <a:ext cx="1457400" cy="107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36" name="Google Shape;136;p22"/>
          <p:cNvSpPr txBox="1"/>
          <p:nvPr>
            <p:ph idx="7" type="body"/>
          </p:nvPr>
        </p:nvSpPr>
        <p:spPr>
          <a:xfrm>
            <a:off x="3840625" y="3231275"/>
            <a:ext cx="1457400" cy="107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37" name="Google Shape;137;p22"/>
          <p:cNvSpPr txBox="1"/>
          <p:nvPr>
            <p:ph idx="8" type="body"/>
          </p:nvPr>
        </p:nvSpPr>
        <p:spPr>
          <a:xfrm>
            <a:off x="5579950" y="3231275"/>
            <a:ext cx="1457400" cy="107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38" name="Google Shape;138;p22"/>
          <p:cNvSpPr txBox="1"/>
          <p:nvPr>
            <p:ph idx="9" type="subTitle"/>
          </p:nvPr>
        </p:nvSpPr>
        <p:spPr>
          <a:xfrm>
            <a:off x="2101300" y="2556804"/>
            <a:ext cx="1457400" cy="45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39" name="Google Shape;139;p22"/>
          <p:cNvSpPr txBox="1"/>
          <p:nvPr>
            <p:ph idx="13" type="subTitle"/>
          </p:nvPr>
        </p:nvSpPr>
        <p:spPr>
          <a:xfrm>
            <a:off x="3840625" y="2556804"/>
            <a:ext cx="1457400" cy="45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40" name="Google Shape;140;p22"/>
          <p:cNvSpPr txBox="1"/>
          <p:nvPr>
            <p:ph idx="14" type="subTitle"/>
          </p:nvPr>
        </p:nvSpPr>
        <p:spPr>
          <a:xfrm>
            <a:off x="5579950" y="2556804"/>
            <a:ext cx="1457400" cy="45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41" name="Google Shape;141;p22"/>
          <p:cNvSpPr txBox="1"/>
          <p:nvPr>
            <p:ph idx="15" type="body"/>
          </p:nvPr>
        </p:nvSpPr>
        <p:spPr>
          <a:xfrm>
            <a:off x="7319275" y="3231275"/>
            <a:ext cx="1457400" cy="107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 - Alt 1">
  <p:cSld name="BLANK_1_1_1_1_1_1_1_1_1_1_1_1_1_1_1_2">
    <p:bg>
      <p:bgPr>
        <a:solidFill>
          <a:schemeClr val="lt1"/>
        </a:solidFill>
      </p:bgPr>
    </p:bg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23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44" name="Google Shape;144;p23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45" name="Google Shape;145;p23"/>
          <p:cNvSpPr txBox="1"/>
          <p:nvPr>
            <p:ph idx="2" type="body"/>
          </p:nvPr>
        </p:nvSpPr>
        <p:spPr>
          <a:xfrm>
            <a:off x="7130875" y="3628800"/>
            <a:ext cx="1645800" cy="680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46" name="Google Shape;146;p23"/>
          <p:cNvSpPr txBox="1"/>
          <p:nvPr>
            <p:ph idx="3" type="subTitle"/>
          </p:nvPr>
        </p:nvSpPr>
        <p:spPr>
          <a:xfrm>
            <a:off x="7130875" y="2586820"/>
            <a:ext cx="1645800" cy="152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ewsreader SemiBold"/>
              <a:buNone/>
              <a:defRPr sz="1100">
                <a:solidFill>
                  <a:schemeClr val="dk1"/>
                </a:solidFill>
                <a:latin typeface="Newsreader SemiBold"/>
                <a:ea typeface="Newsreader SemiBold"/>
                <a:cs typeface="Newsreader SemiBold"/>
                <a:sym typeface="Newsreader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47" name="Google Shape;147;p23"/>
          <p:cNvSpPr txBox="1"/>
          <p:nvPr>
            <p:ph idx="4" type="subTitle"/>
          </p:nvPr>
        </p:nvSpPr>
        <p:spPr>
          <a:xfrm>
            <a:off x="7130875" y="2791120"/>
            <a:ext cx="1645800" cy="152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48" name="Google Shape;148;p23"/>
          <p:cNvSpPr txBox="1"/>
          <p:nvPr>
            <p:ph idx="5" type="body"/>
          </p:nvPr>
        </p:nvSpPr>
        <p:spPr>
          <a:xfrm>
            <a:off x="4892138" y="3628800"/>
            <a:ext cx="1645800" cy="680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49" name="Google Shape;149;p23"/>
          <p:cNvSpPr txBox="1"/>
          <p:nvPr>
            <p:ph idx="6" type="subTitle"/>
          </p:nvPr>
        </p:nvSpPr>
        <p:spPr>
          <a:xfrm>
            <a:off x="4892138" y="2586820"/>
            <a:ext cx="1645800" cy="152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ewsreader SemiBold"/>
              <a:buNone/>
              <a:defRPr sz="1100">
                <a:solidFill>
                  <a:schemeClr val="dk1"/>
                </a:solidFill>
                <a:latin typeface="Newsreader SemiBold"/>
                <a:ea typeface="Newsreader SemiBold"/>
                <a:cs typeface="Newsreader SemiBold"/>
                <a:sym typeface="Newsreader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50" name="Google Shape;150;p23"/>
          <p:cNvSpPr txBox="1"/>
          <p:nvPr>
            <p:ph idx="7" type="subTitle"/>
          </p:nvPr>
        </p:nvSpPr>
        <p:spPr>
          <a:xfrm>
            <a:off x="4892138" y="2791120"/>
            <a:ext cx="1645800" cy="152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51" name="Google Shape;151;p23"/>
          <p:cNvSpPr txBox="1"/>
          <p:nvPr>
            <p:ph idx="8" type="body"/>
          </p:nvPr>
        </p:nvSpPr>
        <p:spPr>
          <a:xfrm>
            <a:off x="2607050" y="3628800"/>
            <a:ext cx="1645800" cy="680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52" name="Google Shape;152;p23"/>
          <p:cNvSpPr txBox="1"/>
          <p:nvPr>
            <p:ph idx="9" type="subTitle"/>
          </p:nvPr>
        </p:nvSpPr>
        <p:spPr>
          <a:xfrm>
            <a:off x="2607050" y="2586820"/>
            <a:ext cx="1645800" cy="152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ewsreader SemiBold"/>
              <a:buNone/>
              <a:defRPr sz="1100">
                <a:solidFill>
                  <a:schemeClr val="dk1"/>
                </a:solidFill>
                <a:latin typeface="Newsreader SemiBold"/>
                <a:ea typeface="Newsreader SemiBold"/>
                <a:cs typeface="Newsreader SemiBold"/>
                <a:sym typeface="Newsreader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53" name="Google Shape;153;p23"/>
          <p:cNvSpPr txBox="1"/>
          <p:nvPr>
            <p:ph idx="13" type="subTitle"/>
          </p:nvPr>
        </p:nvSpPr>
        <p:spPr>
          <a:xfrm>
            <a:off x="2607050" y="2791120"/>
            <a:ext cx="1645800" cy="152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54" name="Google Shape;154;p23"/>
          <p:cNvSpPr txBox="1"/>
          <p:nvPr>
            <p:ph idx="14" type="body"/>
          </p:nvPr>
        </p:nvSpPr>
        <p:spPr>
          <a:xfrm>
            <a:off x="361975" y="3628800"/>
            <a:ext cx="1645800" cy="680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55" name="Google Shape;155;p23"/>
          <p:cNvSpPr txBox="1"/>
          <p:nvPr>
            <p:ph idx="15" type="subTitle"/>
          </p:nvPr>
        </p:nvSpPr>
        <p:spPr>
          <a:xfrm>
            <a:off x="361975" y="2586820"/>
            <a:ext cx="1645800" cy="1524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Newsreader SemiBold"/>
              <a:buNone/>
              <a:defRPr sz="1100">
                <a:solidFill>
                  <a:schemeClr val="dk1"/>
                </a:solidFill>
                <a:latin typeface="Newsreader SemiBold"/>
                <a:ea typeface="Newsreader SemiBold"/>
                <a:cs typeface="Newsreader SemiBold"/>
                <a:sym typeface="Newsreader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DM Sans Light"/>
              <a:buNone/>
              <a:defRPr sz="11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56" name="Google Shape;156;p23"/>
          <p:cNvSpPr txBox="1"/>
          <p:nvPr>
            <p:ph idx="16" type="subTitle"/>
          </p:nvPr>
        </p:nvSpPr>
        <p:spPr>
          <a:xfrm>
            <a:off x="361975" y="2791120"/>
            <a:ext cx="1645800" cy="152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57" name="Google Shape;157;p23"/>
          <p:cNvSpPr txBox="1"/>
          <p:nvPr>
            <p:ph idx="17" type="subTitle"/>
          </p:nvPr>
        </p:nvSpPr>
        <p:spPr>
          <a:xfrm>
            <a:off x="2490450" y="732775"/>
            <a:ext cx="4163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 Light"/>
              <a:buNone/>
              <a:defRPr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58" name="Google Shape;158;p23"/>
          <p:cNvSpPr txBox="1"/>
          <p:nvPr>
            <p:ph type="title"/>
          </p:nvPr>
        </p:nvSpPr>
        <p:spPr>
          <a:xfrm>
            <a:off x="1406600" y="988557"/>
            <a:ext cx="63309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">
  <p:cSld name="CUSTOM_7_1_1_1_1_1_1_1_1_1_1_1_1_1_1_1_1">
    <p:bg>
      <p:bgPr>
        <a:solidFill>
          <a:schemeClr val="lt1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4"/>
          <p:cNvSpPr/>
          <p:nvPr>
            <p:ph idx="2" type="pic"/>
          </p:nvPr>
        </p:nvSpPr>
        <p:spPr>
          <a:xfrm>
            <a:off x="4587725" y="-8750"/>
            <a:ext cx="4572000" cy="5152200"/>
          </a:xfrm>
          <a:prstGeom prst="rect">
            <a:avLst/>
          </a:prstGeom>
          <a:noFill/>
          <a:ln>
            <a:noFill/>
          </a:ln>
        </p:spPr>
      </p:sp>
      <p:sp>
        <p:nvSpPr>
          <p:cNvPr id="161" name="Google Shape;161;p24"/>
          <p:cNvSpPr txBox="1"/>
          <p:nvPr>
            <p:ph type="title"/>
          </p:nvPr>
        </p:nvSpPr>
        <p:spPr>
          <a:xfrm>
            <a:off x="361975" y="923525"/>
            <a:ext cx="3860100" cy="58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1"/>
                </a:solidFill>
              </a:defRPr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62" name="Google Shape;162;p24"/>
          <p:cNvSpPr txBox="1"/>
          <p:nvPr>
            <p:ph idx="1" type="subTitle"/>
          </p:nvPr>
        </p:nvSpPr>
        <p:spPr>
          <a:xfrm>
            <a:off x="361975" y="255533"/>
            <a:ext cx="3860100" cy="3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Newsreader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63" name="Google Shape;163;p24"/>
          <p:cNvSpPr txBox="1"/>
          <p:nvPr>
            <p:ph idx="3" type="body"/>
          </p:nvPr>
        </p:nvSpPr>
        <p:spPr>
          <a:xfrm>
            <a:off x="547575" y="3337797"/>
            <a:ext cx="3492600" cy="1327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indent="-292100" lvl="0" marL="457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 algn="ctr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 algn="ctr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 algn="ctr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 algn="ctr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 algn="ctr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 algn="ctr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 algn="ctr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 algn="ctr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er and Four steps">
  <p:cSld name="CUSTOM_7_1_1_1_1_1_1_1_1_1_1_1_1_1_1_1_1_1_2">
    <p:bg>
      <p:bgPr>
        <a:solidFill>
          <a:schemeClr val="lt1"/>
        </a:solidFill>
      </p:bgPr>
    </p:bg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25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66" name="Google Shape;166;p25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67" name="Google Shape;167;p25"/>
          <p:cNvSpPr/>
          <p:nvPr/>
        </p:nvSpPr>
        <p:spPr>
          <a:xfrm>
            <a:off x="50" y="2785800"/>
            <a:ext cx="2294400" cy="2357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8" name="Google Shape;168;p25"/>
          <p:cNvSpPr/>
          <p:nvPr/>
        </p:nvSpPr>
        <p:spPr>
          <a:xfrm>
            <a:off x="2286125" y="2068875"/>
            <a:ext cx="2294400" cy="30747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69" name="Google Shape;169;p25"/>
          <p:cNvSpPr/>
          <p:nvPr/>
        </p:nvSpPr>
        <p:spPr>
          <a:xfrm>
            <a:off x="4565475" y="1495326"/>
            <a:ext cx="2294400" cy="36483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0" name="Google Shape;170;p25"/>
          <p:cNvSpPr/>
          <p:nvPr/>
        </p:nvSpPr>
        <p:spPr>
          <a:xfrm>
            <a:off x="6849550" y="732775"/>
            <a:ext cx="2294400" cy="4410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1" name="Google Shape;171;p25"/>
          <p:cNvSpPr txBox="1"/>
          <p:nvPr/>
        </p:nvSpPr>
        <p:spPr>
          <a:xfrm>
            <a:off x="375350" y="4481351"/>
            <a:ext cx="6759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91425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lt1"/>
                </a:solidFill>
                <a:latin typeface="Newsreader"/>
                <a:ea typeface="Newsreader"/>
                <a:cs typeface="Newsreader"/>
                <a:sym typeface="Newsreader"/>
              </a:rPr>
              <a:t>01</a:t>
            </a:r>
            <a:endParaRPr sz="3000">
              <a:solidFill>
                <a:schemeClr val="lt1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172" name="Google Shape;172;p25"/>
          <p:cNvSpPr txBox="1"/>
          <p:nvPr/>
        </p:nvSpPr>
        <p:spPr>
          <a:xfrm>
            <a:off x="2665113" y="4481351"/>
            <a:ext cx="6759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91425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rPr>
              <a:t>02</a:t>
            </a:r>
            <a:endParaRPr sz="3000">
              <a:solidFill>
                <a:schemeClr val="dk1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173" name="Google Shape;173;p25"/>
          <p:cNvSpPr txBox="1"/>
          <p:nvPr/>
        </p:nvSpPr>
        <p:spPr>
          <a:xfrm>
            <a:off x="4937688" y="4481351"/>
            <a:ext cx="6759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91425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lt1"/>
                </a:solidFill>
                <a:latin typeface="Newsreader"/>
                <a:ea typeface="Newsreader"/>
                <a:cs typeface="Newsreader"/>
                <a:sym typeface="Newsreader"/>
              </a:rPr>
              <a:t>03</a:t>
            </a:r>
            <a:endParaRPr sz="3000">
              <a:solidFill>
                <a:schemeClr val="lt1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174" name="Google Shape;174;p25"/>
          <p:cNvSpPr txBox="1"/>
          <p:nvPr/>
        </p:nvSpPr>
        <p:spPr>
          <a:xfrm>
            <a:off x="7230513" y="4481351"/>
            <a:ext cx="675900" cy="15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91425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>
                <a:solidFill>
                  <a:schemeClr val="lt1"/>
                </a:solidFill>
                <a:latin typeface="Newsreader"/>
                <a:ea typeface="Newsreader"/>
                <a:cs typeface="Newsreader"/>
                <a:sym typeface="Newsreader"/>
              </a:rPr>
              <a:t>04</a:t>
            </a:r>
            <a:endParaRPr sz="3000">
              <a:solidFill>
                <a:schemeClr val="lt1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175" name="Google Shape;175;p25"/>
          <p:cNvSpPr txBox="1"/>
          <p:nvPr>
            <p:ph type="title"/>
          </p:nvPr>
        </p:nvSpPr>
        <p:spPr>
          <a:xfrm>
            <a:off x="361975" y="988782"/>
            <a:ext cx="3231600" cy="760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Newsreader"/>
              <a:buNone/>
              <a:defRPr sz="22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Newsreader"/>
              <a:buNone/>
              <a:defRPr sz="2200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Newsreader"/>
              <a:buNone/>
              <a:defRPr sz="2200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Newsreader"/>
              <a:buNone/>
              <a:defRPr sz="2200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Newsreader"/>
              <a:buNone/>
              <a:defRPr sz="2200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Newsreader"/>
              <a:buNone/>
              <a:defRPr sz="2200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Newsreader"/>
              <a:buNone/>
              <a:defRPr sz="2200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Newsreader"/>
              <a:buNone/>
              <a:defRPr sz="2200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Newsreader"/>
              <a:buNone/>
              <a:defRPr sz="2200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defRPr>
            </a:lvl9pPr>
          </a:lstStyle>
          <a:p/>
        </p:txBody>
      </p:sp>
      <p:sp>
        <p:nvSpPr>
          <p:cNvPr id="176" name="Google Shape;176;p25"/>
          <p:cNvSpPr txBox="1"/>
          <p:nvPr>
            <p:ph idx="2" type="subTitle"/>
          </p:nvPr>
        </p:nvSpPr>
        <p:spPr>
          <a:xfrm>
            <a:off x="382691" y="3129231"/>
            <a:ext cx="1257300" cy="152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7" name="Google Shape;177;p25"/>
          <p:cNvSpPr txBox="1"/>
          <p:nvPr>
            <p:ph idx="3" type="subTitle"/>
          </p:nvPr>
        </p:nvSpPr>
        <p:spPr>
          <a:xfrm>
            <a:off x="377048" y="3344302"/>
            <a:ext cx="1689600" cy="969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78" name="Google Shape;178;p25"/>
          <p:cNvSpPr txBox="1"/>
          <p:nvPr>
            <p:ph idx="4" type="subTitle"/>
          </p:nvPr>
        </p:nvSpPr>
        <p:spPr>
          <a:xfrm>
            <a:off x="2671462" y="2450249"/>
            <a:ext cx="1257300" cy="152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SemiBold"/>
              <a:buNone/>
              <a:defRPr sz="10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79" name="Google Shape;179;p25"/>
          <p:cNvSpPr txBox="1"/>
          <p:nvPr>
            <p:ph idx="5" type="subTitle"/>
          </p:nvPr>
        </p:nvSpPr>
        <p:spPr>
          <a:xfrm>
            <a:off x="2665825" y="2665171"/>
            <a:ext cx="1689600" cy="1423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80" name="Google Shape;180;p25"/>
          <p:cNvSpPr txBox="1"/>
          <p:nvPr>
            <p:ph idx="6" type="subTitle"/>
          </p:nvPr>
        </p:nvSpPr>
        <p:spPr>
          <a:xfrm>
            <a:off x="4943337" y="1884672"/>
            <a:ext cx="1257300" cy="152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1" name="Google Shape;181;p25"/>
          <p:cNvSpPr txBox="1"/>
          <p:nvPr>
            <p:ph idx="7" type="subTitle"/>
          </p:nvPr>
        </p:nvSpPr>
        <p:spPr>
          <a:xfrm>
            <a:off x="4937700" y="2099593"/>
            <a:ext cx="1689600" cy="1620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182" name="Google Shape;182;p25"/>
          <p:cNvSpPr txBox="1"/>
          <p:nvPr>
            <p:ph idx="8" type="subTitle"/>
          </p:nvPr>
        </p:nvSpPr>
        <p:spPr>
          <a:xfrm>
            <a:off x="7238787" y="1057472"/>
            <a:ext cx="1257300" cy="152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3" name="Google Shape;183;p25"/>
          <p:cNvSpPr txBox="1"/>
          <p:nvPr>
            <p:ph idx="9" type="subTitle"/>
          </p:nvPr>
        </p:nvSpPr>
        <p:spPr>
          <a:xfrm>
            <a:off x="7233150" y="1272358"/>
            <a:ext cx="1689600" cy="2196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- Light">
  <p:cSld name="CUSTOM_7_1_1_1_1_1_1_1_1_1_1_1_1_1_1_1_1_1_1_1"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26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86" name="Google Shape;186;p26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7" name="Google Shape;187;p26"/>
          <p:cNvSpPr txBox="1"/>
          <p:nvPr>
            <p:ph type="title"/>
          </p:nvPr>
        </p:nvSpPr>
        <p:spPr>
          <a:xfrm>
            <a:off x="1453650" y="1325938"/>
            <a:ext cx="6236700" cy="2011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5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5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5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5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5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5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5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5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500"/>
            </a:lvl9pPr>
          </a:lstStyle>
          <a:p/>
        </p:txBody>
      </p:sp>
      <p:sp>
        <p:nvSpPr>
          <p:cNvPr id="188" name="Google Shape;188;p26"/>
          <p:cNvSpPr/>
          <p:nvPr>
            <p:ph idx="2" type="pic"/>
          </p:nvPr>
        </p:nvSpPr>
        <p:spPr>
          <a:xfrm>
            <a:off x="1442350" y="3492500"/>
            <a:ext cx="408900" cy="408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89" name="Google Shape;189;p26"/>
          <p:cNvSpPr txBox="1"/>
          <p:nvPr>
            <p:ph idx="3" type="subTitle"/>
          </p:nvPr>
        </p:nvSpPr>
        <p:spPr>
          <a:xfrm>
            <a:off x="1957375" y="3536000"/>
            <a:ext cx="2661600" cy="18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/>
        </p:txBody>
      </p:sp>
      <p:sp>
        <p:nvSpPr>
          <p:cNvPr id="190" name="Google Shape;190;p26"/>
          <p:cNvSpPr txBox="1"/>
          <p:nvPr>
            <p:ph idx="4" type="subTitle"/>
          </p:nvPr>
        </p:nvSpPr>
        <p:spPr>
          <a:xfrm>
            <a:off x="1957375" y="3678443"/>
            <a:ext cx="2661600" cy="18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- Dark">
  <p:cSld name="CUSTOM_7_1_1_1_1_1_1_1_1_1_1_1_1_1_1_1_1_1_1_1_1">
    <p:bg>
      <p:bgPr>
        <a:solidFill>
          <a:schemeClr val="lt1"/>
        </a:solid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93" name="Google Shape;193;p27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94" name="Google Shape;194;p27"/>
          <p:cNvSpPr txBox="1"/>
          <p:nvPr>
            <p:ph type="title"/>
          </p:nvPr>
        </p:nvSpPr>
        <p:spPr>
          <a:xfrm>
            <a:off x="1453650" y="1325938"/>
            <a:ext cx="6236700" cy="2011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5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195" name="Google Shape;195;p27"/>
          <p:cNvSpPr/>
          <p:nvPr>
            <p:ph idx="2" type="pic"/>
          </p:nvPr>
        </p:nvSpPr>
        <p:spPr>
          <a:xfrm>
            <a:off x="1442350" y="3492500"/>
            <a:ext cx="408900" cy="408900"/>
          </a:xfrm>
          <a:prstGeom prst="ellipse">
            <a:avLst/>
          </a:prstGeom>
          <a:noFill/>
          <a:ln>
            <a:noFill/>
          </a:ln>
        </p:spPr>
      </p:sp>
      <p:sp>
        <p:nvSpPr>
          <p:cNvPr id="196" name="Google Shape;196;p27"/>
          <p:cNvSpPr txBox="1"/>
          <p:nvPr>
            <p:ph idx="3" type="subTitle"/>
          </p:nvPr>
        </p:nvSpPr>
        <p:spPr>
          <a:xfrm>
            <a:off x="1957375" y="3536000"/>
            <a:ext cx="2661600" cy="18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SemiBold"/>
              <a:buNone/>
              <a:defRPr sz="10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SemiBold"/>
              <a:buNone/>
              <a:defRPr sz="10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SemiBold"/>
              <a:buNone/>
              <a:defRPr sz="10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SemiBold"/>
              <a:buNone/>
              <a:defRPr sz="10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SemiBold"/>
              <a:buNone/>
              <a:defRPr sz="10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SemiBold"/>
              <a:buNone/>
              <a:defRPr sz="10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SemiBold"/>
              <a:buNone/>
              <a:defRPr sz="10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SemiBold"/>
              <a:buNone/>
              <a:defRPr sz="10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SemiBold"/>
              <a:buNone/>
              <a:defRPr sz="1000">
                <a:solidFill>
                  <a:schemeClr val="dk1"/>
                </a:solidFill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/>
        </p:txBody>
      </p:sp>
      <p:sp>
        <p:nvSpPr>
          <p:cNvPr id="197" name="Google Shape;197;p27"/>
          <p:cNvSpPr txBox="1"/>
          <p:nvPr>
            <p:ph idx="4" type="subTitle"/>
          </p:nvPr>
        </p:nvSpPr>
        <p:spPr>
          <a:xfrm>
            <a:off x="1957375" y="3678443"/>
            <a:ext cx="2661600" cy="18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ive modules">
  <p:cSld name="CUSTOM">
    <p:bg>
      <p:bgPr>
        <a:solidFill>
          <a:schemeClr val="lt1"/>
        </a:solidFill>
      </p:bgPr>
    </p:bg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28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00" name="Google Shape;200;p28"/>
          <p:cNvSpPr txBox="1"/>
          <p:nvPr>
            <p:ph type="title"/>
          </p:nvPr>
        </p:nvSpPr>
        <p:spPr>
          <a:xfrm>
            <a:off x="361975" y="988555"/>
            <a:ext cx="38601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01" name="Google Shape;201;p28"/>
          <p:cNvSpPr txBox="1"/>
          <p:nvPr>
            <p:ph idx="2" type="subTitle"/>
          </p:nvPr>
        </p:nvSpPr>
        <p:spPr>
          <a:xfrm>
            <a:off x="361975" y="732775"/>
            <a:ext cx="3860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02" name="Google Shape;202;p28"/>
          <p:cNvSpPr txBox="1"/>
          <p:nvPr>
            <p:ph idx="3" type="body"/>
          </p:nvPr>
        </p:nvSpPr>
        <p:spPr>
          <a:xfrm>
            <a:off x="361975" y="3256513"/>
            <a:ext cx="3860100" cy="13275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03" name="Google Shape;203;p28"/>
          <p:cNvSpPr txBox="1"/>
          <p:nvPr>
            <p:ph idx="4" type="title"/>
          </p:nvPr>
        </p:nvSpPr>
        <p:spPr>
          <a:xfrm>
            <a:off x="4800825" y="258072"/>
            <a:ext cx="17622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2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/>
        </p:txBody>
      </p:sp>
      <p:sp>
        <p:nvSpPr>
          <p:cNvPr id="204" name="Google Shape;204;p28"/>
          <p:cNvSpPr txBox="1"/>
          <p:nvPr>
            <p:ph idx="5" type="title"/>
          </p:nvPr>
        </p:nvSpPr>
        <p:spPr>
          <a:xfrm>
            <a:off x="7094925" y="258072"/>
            <a:ext cx="17622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05" name="Google Shape;205;p28"/>
          <p:cNvSpPr txBox="1"/>
          <p:nvPr>
            <p:ph idx="6" type="title"/>
          </p:nvPr>
        </p:nvSpPr>
        <p:spPr>
          <a:xfrm>
            <a:off x="4800825" y="1698225"/>
            <a:ext cx="17622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2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06" name="Google Shape;206;p28"/>
          <p:cNvSpPr txBox="1"/>
          <p:nvPr>
            <p:ph idx="7" type="body"/>
          </p:nvPr>
        </p:nvSpPr>
        <p:spPr>
          <a:xfrm>
            <a:off x="4800825" y="4122308"/>
            <a:ext cx="3975900" cy="461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9pPr>
          </a:lstStyle>
          <a:p/>
        </p:txBody>
      </p:sp>
      <p:sp>
        <p:nvSpPr>
          <p:cNvPr id="207" name="Google Shape;207;p28"/>
          <p:cNvSpPr txBox="1"/>
          <p:nvPr>
            <p:ph idx="8" type="title"/>
          </p:nvPr>
        </p:nvSpPr>
        <p:spPr>
          <a:xfrm>
            <a:off x="4800825" y="3215225"/>
            <a:ext cx="3975900" cy="798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62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08" name="Google Shape;208;p28"/>
          <p:cNvSpPr txBox="1"/>
          <p:nvPr>
            <p:ph idx="9" type="body"/>
          </p:nvPr>
        </p:nvSpPr>
        <p:spPr>
          <a:xfrm>
            <a:off x="4800825" y="2268700"/>
            <a:ext cx="1762200" cy="461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09" name="Google Shape;209;p28"/>
          <p:cNvSpPr txBox="1"/>
          <p:nvPr>
            <p:ph idx="13" type="body"/>
          </p:nvPr>
        </p:nvSpPr>
        <p:spPr>
          <a:xfrm>
            <a:off x="7115650" y="2268700"/>
            <a:ext cx="1762200" cy="461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10" name="Google Shape;210;p28"/>
          <p:cNvSpPr txBox="1"/>
          <p:nvPr>
            <p:ph idx="14" type="body"/>
          </p:nvPr>
        </p:nvSpPr>
        <p:spPr>
          <a:xfrm>
            <a:off x="4800825" y="860100"/>
            <a:ext cx="1762200" cy="461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x modules">
  <p:cSld name="CUSTOM_1">
    <p:bg>
      <p:bgPr>
        <a:solidFill>
          <a:schemeClr val="lt1"/>
        </a:solidFill>
      </p:bgPr>
    </p:bg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9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13" name="Google Shape;213;p29"/>
          <p:cNvSpPr txBox="1"/>
          <p:nvPr>
            <p:ph type="title"/>
          </p:nvPr>
        </p:nvSpPr>
        <p:spPr>
          <a:xfrm>
            <a:off x="361975" y="988555"/>
            <a:ext cx="38601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14" name="Google Shape;214;p29"/>
          <p:cNvSpPr txBox="1"/>
          <p:nvPr>
            <p:ph idx="2" type="subTitle"/>
          </p:nvPr>
        </p:nvSpPr>
        <p:spPr>
          <a:xfrm>
            <a:off x="361975" y="732775"/>
            <a:ext cx="3860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15" name="Google Shape;215;p29"/>
          <p:cNvSpPr txBox="1"/>
          <p:nvPr>
            <p:ph idx="3" type="body"/>
          </p:nvPr>
        </p:nvSpPr>
        <p:spPr>
          <a:xfrm>
            <a:off x="4800825" y="3665600"/>
            <a:ext cx="3975900" cy="1114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16" name="Google Shape;216;p29"/>
          <p:cNvSpPr txBox="1"/>
          <p:nvPr>
            <p:ph idx="4" type="subTitle"/>
          </p:nvPr>
        </p:nvSpPr>
        <p:spPr>
          <a:xfrm>
            <a:off x="4800825" y="3285232"/>
            <a:ext cx="39759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17" name="Google Shape;217;p29"/>
          <p:cNvSpPr txBox="1"/>
          <p:nvPr>
            <p:ph idx="5" type="body"/>
          </p:nvPr>
        </p:nvSpPr>
        <p:spPr>
          <a:xfrm>
            <a:off x="2611802" y="3665600"/>
            <a:ext cx="1627500" cy="1114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000"/>
              <a:buFont typeface="DM Sans"/>
              <a:buChar char="●"/>
              <a:defRPr sz="1000"/>
            </a:lvl1pPr>
            <a:lvl2pPr indent="-2921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○"/>
              <a:defRPr sz="1000"/>
            </a:lvl2pPr>
            <a:lvl3pPr indent="-2921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■"/>
              <a:defRPr sz="1000"/>
            </a:lvl3pPr>
            <a:lvl4pPr indent="-2921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●"/>
              <a:defRPr sz="1000"/>
            </a:lvl4pPr>
            <a:lvl5pPr indent="-2921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○"/>
              <a:defRPr sz="1000"/>
            </a:lvl5pPr>
            <a:lvl6pPr indent="-2921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■"/>
              <a:defRPr sz="1000"/>
            </a:lvl6pPr>
            <a:lvl7pPr indent="-2921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●"/>
              <a:defRPr sz="1000"/>
            </a:lvl7pPr>
            <a:lvl8pPr indent="-2921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000"/>
              <a:buFont typeface="DM Sans"/>
              <a:buChar char="○"/>
              <a:defRPr sz="1000"/>
            </a:lvl8pPr>
            <a:lvl9pPr indent="-2921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SzPts val="1000"/>
              <a:buFont typeface="DM Sans"/>
              <a:buChar char="■"/>
              <a:defRPr sz="1000"/>
            </a:lvl9pPr>
          </a:lstStyle>
          <a:p/>
        </p:txBody>
      </p:sp>
      <p:sp>
        <p:nvSpPr>
          <p:cNvPr id="218" name="Google Shape;218;p29"/>
          <p:cNvSpPr txBox="1"/>
          <p:nvPr>
            <p:ph idx="6" type="subTitle"/>
          </p:nvPr>
        </p:nvSpPr>
        <p:spPr>
          <a:xfrm>
            <a:off x="2611802" y="3285232"/>
            <a:ext cx="16275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9pPr>
          </a:lstStyle>
          <a:p/>
        </p:txBody>
      </p:sp>
      <p:sp>
        <p:nvSpPr>
          <p:cNvPr id="219" name="Google Shape;219;p29"/>
          <p:cNvSpPr txBox="1"/>
          <p:nvPr>
            <p:ph idx="7" type="body"/>
          </p:nvPr>
        </p:nvSpPr>
        <p:spPr>
          <a:xfrm>
            <a:off x="361977" y="3665600"/>
            <a:ext cx="1627500" cy="1114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20" name="Google Shape;220;p29"/>
          <p:cNvSpPr txBox="1"/>
          <p:nvPr>
            <p:ph idx="8" type="subTitle"/>
          </p:nvPr>
        </p:nvSpPr>
        <p:spPr>
          <a:xfrm>
            <a:off x="361977" y="3285232"/>
            <a:ext cx="16275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21" name="Google Shape;221;p29"/>
          <p:cNvSpPr txBox="1"/>
          <p:nvPr>
            <p:ph idx="9" type="body"/>
          </p:nvPr>
        </p:nvSpPr>
        <p:spPr>
          <a:xfrm>
            <a:off x="4900725" y="1196103"/>
            <a:ext cx="1627500" cy="138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●"/>
              <a:defRPr sz="1000">
                <a:solidFill>
                  <a:schemeClr val="dk1"/>
                </a:solidFill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Char char="○"/>
              <a:defRPr sz="1000">
                <a:solidFill>
                  <a:schemeClr val="dk1"/>
                </a:solidFill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"/>
              <a:buChar char="■"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22" name="Google Shape;222;p29"/>
          <p:cNvSpPr txBox="1"/>
          <p:nvPr>
            <p:ph idx="13" type="subTitle"/>
          </p:nvPr>
        </p:nvSpPr>
        <p:spPr>
          <a:xfrm>
            <a:off x="4900725" y="706863"/>
            <a:ext cx="16275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23" name="Google Shape;223;p29"/>
          <p:cNvSpPr txBox="1"/>
          <p:nvPr>
            <p:ph idx="14" type="body"/>
          </p:nvPr>
        </p:nvSpPr>
        <p:spPr>
          <a:xfrm>
            <a:off x="7149175" y="1196103"/>
            <a:ext cx="1627500" cy="138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9pPr>
          </a:lstStyle>
          <a:p/>
        </p:txBody>
      </p:sp>
      <p:sp>
        <p:nvSpPr>
          <p:cNvPr id="224" name="Google Shape;224;p29"/>
          <p:cNvSpPr txBox="1"/>
          <p:nvPr>
            <p:ph idx="15" type="subTitle"/>
          </p:nvPr>
        </p:nvSpPr>
        <p:spPr>
          <a:xfrm>
            <a:off x="7149175" y="706863"/>
            <a:ext cx="16275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 sz="1200"/>
            </a:lvl9pPr>
          </a:lstStyle>
          <a:p/>
        </p:txBody>
      </p:sp>
      <p:sp>
        <p:nvSpPr>
          <p:cNvPr id="225" name="Google Shape;225;p29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modules">
  <p:cSld name="CUSTOM_1_1">
    <p:bg>
      <p:bgPr>
        <a:solidFill>
          <a:schemeClr val="lt1"/>
        </a:solid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30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28" name="Google Shape;228;p30"/>
          <p:cNvSpPr txBox="1"/>
          <p:nvPr>
            <p:ph idx="2" type="subTitle"/>
          </p:nvPr>
        </p:nvSpPr>
        <p:spPr>
          <a:xfrm>
            <a:off x="361975" y="732775"/>
            <a:ext cx="3860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None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29" name="Google Shape;229;p30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0" name="Google Shape;230;p30"/>
          <p:cNvSpPr txBox="1"/>
          <p:nvPr>
            <p:ph type="title"/>
          </p:nvPr>
        </p:nvSpPr>
        <p:spPr>
          <a:xfrm>
            <a:off x="5796575" y="2351325"/>
            <a:ext cx="9895200" cy="7104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>
                <a:solidFill>
                  <a:schemeClr val="dk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>
                <a:solidFill>
                  <a:schemeClr val="dk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>
                <a:solidFill>
                  <a:schemeClr val="dk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>
                <a:solidFill>
                  <a:schemeClr val="dk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>
                <a:solidFill>
                  <a:schemeClr val="dk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>
                <a:solidFill>
                  <a:schemeClr val="dk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>
                <a:solidFill>
                  <a:schemeClr val="dk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>
                <a:solidFill>
                  <a:schemeClr val="dk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31" name="Google Shape;231;p30"/>
          <p:cNvSpPr txBox="1"/>
          <p:nvPr>
            <p:ph idx="3" type="title"/>
          </p:nvPr>
        </p:nvSpPr>
        <p:spPr>
          <a:xfrm>
            <a:off x="5796575" y="507450"/>
            <a:ext cx="9895200" cy="7104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6200"/>
            </a:lvl9pPr>
          </a:lstStyle>
          <a:p/>
        </p:txBody>
      </p:sp>
      <p:sp>
        <p:nvSpPr>
          <p:cNvPr id="232" name="Google Shape;232;p30"/>
          <p:cNvSpPr txBox="1"/>
          <p:nvPr>
            <p:ph idx="4" type="subTitle"/>
          </p:nvPr>
        </p:nvSpPr>
        <p:spPr>
          <a:xfrm>
            <a:off x="5712600" y="4290612"/>
            <a:ext cx="2613300" cy="5439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233" name="Google Shape;233;p30"/>
          <p:cNvSpPr txBox="1"/>
          <p:nvPr>
            <p:ph idx="5" type="subTitle"/>
          </p:nvPr>
        </p:nvSpPr>
        <p:spPr>
          <a:xfrm>
            <a:off x="5712600" y="3243901"/>
            <a:ext cx="2613300" cy="4323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234" name="Google Shape;234;p30"/>
          <p:cNvSpPr txBox="1"/>
          <p:nvPr>
            <p:ph idx="6" type="subTitle"/>
          </p:nvPr>
        </p:nvSpPr>
        <p:spPr>
          <a:xfrm>
            <a:off x="5712600" y="1318375"/>
            <a:ext cx="2613300" cy="483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modules">
  <p:cSld name="CUSTOM_1_1_1"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31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7" name="Google Shape;237;p31"/>
          <p:cNvSpPr txBox="1"/>
          <p:nvPr>
            <p:ph idx="2" type="subTitle"/>
          </p:nvPr>
        </p:nvSpPr>
        <p:spPr>
          <a:xfrm>
            <a:off x="361975" y="732775"/>
            <a:ext cx="3860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8" name="Google Shape;238;p31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9" name="Google Shape;239;p31"/>
          <p:cNvSpPr txBox="1"/>
          <p:nvPr>
            <p:ph type="title"/>
          </p:nvPr>
        </p:nvSpPr>
        <p:spPr>
          <a:xfrm>
            <a:off x="361975" y="988557"/>
            <a:ext cx="50184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with image - Alt 1">
  <p:cSld name="CUSTOM_2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2"/>
          <p:cNvSpPr/>
          <p:nvPr>
            <p:ph idx="2" type="pic"/>
          </p:nvPr>
        </p:nvSpPr>
        <p:spPr>
          <a:xfrm>
            <a:off x="6289075" y="1793300"/>
            <a:ext cx="2853300" cy="3350400"/>
          </a:xfrm>
          <a:prstGeom prst="rect">
            <a:avLst/>
          </a:prstGeom>
          <a:noFill/>
          <a:ln>
            <a:noFill/>
          </a:ln>
        </p:spPr>
      </p:sp>
      <p:sp>
        <p:nvSpPr>
          <p:cNvPr id="242" name="Google Shape;242;p32"/>
          <p:cNvSpPr/>
          <p:nvPr/>
        </p:nvSpPr>
        <p:spPr>
          <a:xfrm>
            <a:off x="6289085" y="0"/>
            <a:ext cx="2853300" cy="1793100"/>
          </a:xfrm>
          <a:prstGeom prst="roundRect">
            <a:avLst>
              <a:gd fmla="val 0" name="adj"/>
            </a:avLst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243" name="Google Shape;243;p32"/>
          <p:cNvSpPr txBox="1"/>
          <p:nvPr>
            <p:ph type="title"/>
          </p:nvPr>
        </p:nvSpPr>
        <p:spPr>
          <a:xfrm>
            <a:off x="361975" y="988550"/>
            <a:ext cx="5356800" cy="22554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/>
        </p:txBody>
      </p:sp>
      <p:sp>
        <p:nvSpPr>
          <p:cNvPr id="244" name="Google Shape;244;p32"/>
          <p:cNvSpPr txBox="1"/>
          <p:nvPr>
            <p:ph idx="1" type="body"/>
          </p:nvPr>
        </p:nvSpPr>
        <p:spPr>
          <a:xfrm>
            <a:off x="361975" y="3541582"/>
            <a:ext cx="3777000" cy="10443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45" name="Google Shape;245;p32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6" name="Google Shape;246;p32"/>
          <p:cNvSpPr txBox="1"/>
          <p:nvPr>
            <p:ph idx="3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with image - Alt 2">
  <p:cSld name="CUSTOM_2_1"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3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9" name="Google Shape;249;p33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0" name="Google Shape;250;p33"/>
          <p:cNvSpPr txBox="1"/>
          <p:nvPr>
            <p:ph idx="2" type="body"/>
          </p:nvPr>
        </p:nvSpPr>
        <p:spPr>
          <a:xfrm>
            <a:off x="1957800" y="4195275"/>
            <a:ext cx="5228400" cy="390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 algn="ctr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51" name="Google Shape;251;p33"/>
          <p:cNvSpPr txBox="1"/>
          <p:nvPr>
            <p:ph idx="3" type="subTitle"/>
          </p:nvPr>
        </p:nvSpPr>
        <p:spPr>
          <a:xfrm>
            <a:off x="2490450" y="732775"/>
            <a:ext cx="4163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52" name="Google Shape;252;p33"/>
          <p:cNvSpPr txBox="1"/>
          <p:nvPr>
            <p:ph type="title"/>
          </p:nvPr>
        </p:nvSpPr>
        <p:spPr>
          <a:xfrm>
            <a:off x="719400" y="988550"/>
            <a:ext cx="77052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/>
        </p:txBody>
      </p:sp>
      <p:sp>
        <p:nvSpPr>
          <p:cNvPr id="253" name="Google Shape;253;p33"/>
          <p:cNvSpPr/>
          <p:nvPr>
            <p:ph idx="4" type="pic"/>
          </p:nvPr>
        </p:nvSpPr>
        <p:spPr>
          <a:xfrm>
            <a:off x="3982589" y="2427948"/>
            <a:ext cx="1179600" cy="14172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with image - Alt 3">
  <p:cSld name="CUSTOM_2_1_2">
    <p:bg>
      <p:bgPr>
        <a:solidFill>
          <a:schemeClr val="accent1"/>
        </a:solidFill>
      </p:bgPr>
    </p:bg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4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56" name="Google Shape;256;p34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7" name="Google Shape;257;p34"/>
          <p:cNvSpPr txBox="1"/>
          <p:nvPr>
            <p:ph idx="2" type="subTitle"/>
          </p:nvPr>
        </p:nvSpPr>
        <p:spPr>
          <a:xfrm>
            <a:off x="3154650" y="1051772"/>
            <a:ext cx="4163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"/>
              <a:buNone/>
              <a:defRPr sz="10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258" name="Google Shape;258;p34"/>
          <p:cNvSpPr txBox="1"/>
          <p:nvPr>
            <p:ph type="title"/>
          </p:nvPr>
        </p:nvSpPr>
        <p:spPr>
          <a:xfrm>
            <a:off x="3154650" y="1801500"/>
            <a:ext cx="5622000" cy="2832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/>
            </a:lvl9pPr>
          </a:lstStyle>
          <a:p/>
        </p:txBody>
      </p:sp>
      <p:sp>
        <p:nvSpPr>
          <p:cNvPr id="259" name="Google Shape;259;p34"/>
          <p:cNvSpPr/>
          <p:nvPr>
            <p:ph idx="3" type="pic"/>
          </p:nvPr>
        </p:nvSpPr>
        <p:spPr>
          <a:xfrm>
            <a:off x="361975" y="1066100"/>
            <a:ext cx="1967700" cy="1311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ustom section header">
  <p:cSld name="CUSTOM_2_1_2_1_2">
    <p:bg>
      <p:bgPr>
        <a:solidFill>
          <a:schemeClr val="lt1"/>
        </a:soli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5"/>
          <p:cNvSpPr/>
          <p:nvPr>
            <p:ph idx="2" type="pic"/>
          </p:nvPr>
        </p:nvSpPr>
        <p:spPr>
          <a:xfrm>
            <a:off x="361975" y="781775"/>
            <a:ext cx="2872800" cy="3783300"/>
          </a:xfrm>
          <a:prstGeom prst="rect">
            <a:avLst/>
          </a:prstGeom>
          <a:noFill/>
          <a:ln>
            <a:noFill/>
          </a:ln>
        </p:spPr>
      </p:sp>
      <p:sp>
        <p:nvSpPr>
          <p:cNvPr id="262" name="Google Shape;262;p35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63" name="Google Shape;263;p35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64" name="Google Shape;264;p35"/>
          <p:cNvSpPr txBox="1"/>
          <p:nvPr>
            <p:ph idx="3" type="subTitle"/>
          </p:nvPr>
        </p:nvSpPr>
        <p:spPr>
          <a:xfrm>
            <a:off x="3657600" y="1051772"/>
            <a:ext cx="4163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"/>
              <a:buNone/>
              <a:defRPr sz="10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None/>
              <a:defRPr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265" name="Google Shape;265;p35"/>
          <p:cNvSpPr txBox="1"/>
          <p:nvPr>
            <p:ph type="title"/>
          </p:nvPr>
        </p:nvSpPr>
        <p:spPr>
          <a:xfrm>
            <a:off x="3657600" y="1555450"/>
            <a:ext cx="5622000" cy="17505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66" name="Google Shape;266;p35"/>
          <p:cNvSpPr txBox="1"/>
          <p:nvPr>
            <p:ph idx="4" type="body"/>
          </p:nvPr>
        </p:nvSpPr>
        <p:spPr>
          <a:xfrm>
            <a:off x="3657600" y="3556575"/>
            <a:ext cx="3554400" cy="10293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●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DM Sans Light"/>
              <a:buChar char="○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000"/>
              <a:buFont typeface="DM Sans Light"/>
              <a:buChar char="■"/>
              <a:defRPr sz="10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with image - Alt 5">
  <p:cSld name="CUSTOM_2_1_2_1_1">
    <p:bg>
      <p:bgPr>
        <a:solidFill>
          <a:schemeClr val="accent2"/>
        </a:solid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The reflective glass facade of a skyscraper. " id="268" name="Google Shape;268;p36"/>
          <p:cNvPicPr preferRelativeResize="0"/>
          <p:nvPr/>
        </p:nvPicPr>
        <p:blipFill rotWithShape="1">
          <a:blip r:embed="rId2">
            <a:alphaModFix amt="14000"/>
          </a:blip>
          <a:srcRect b="15604" l="0" r="0" t="0"/>
          <a:stretch/>
        </p:blipFill>
        <p:spPr>
          <a:xfrm>
            <a:off x="0" y="-815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36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70" name="Google Shape;270;p36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1" name="Google Shape;271;p36"/>
          <p:cNvSpPr txBox="1"/>
          <p:nvPr>
            <p:ph idx="2" type="body"/>
          </p:nvPr>
        </p:nvSpPr>
        <p:spPr>
          <a:xfrm>
            <a:off x="1957800" y="4195275"/>
            <a:ext cx="5228400" cy="390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1pPr>
            <a:lvl2pPr indent="-292100" lvl="1" marL="9144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2pPr>
            <a:lvl3pPr indent="-292100" lvl="2" marL="13716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3pPr>
            <a:lvl4pPr indent="-292100" lvl="3" marL="18288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4pPr>
            <a:lvl5pPr indent="-292100" lvl="4" marL="22860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5pPr>
            <a:lvl6pPr indent="-292100" lvl="5" marL="27432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6pPr>
            <a:lvl7pPr indent="-292100" lvl="6" marL="32004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●"/>
              <a:defRPr sz="1000"/>
            </a:lvl7pPr>
            <a:lvl8pPr indent="-292100" lvl="7" marL="3657600" algn="ctr"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"/>
              <a:buChar char="○"/>
              <a:defRPr sz="1000"/>
            </a:lvl8pPr>
            <a:lvl9pPr indent="-292100" lvl="8" marL="4114800" algn="ctr"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000"/>
              <a:buFont typeface="DM Sans"/>
              <a:buChar char="■"/>
              <a:defRPr sz="1000"/>
            </a:lvl9pPr>
          </a:lstStyle>
          <a:p/>
        </p:txBody>
      </p:sp>
      <p:sp>
        <p:nvSpPr>
          <p:cNvPr id="272" name="Google Shape;272;p36"/>
          <p:cNvSpPr txBox="1"/>
          <p:nvPr>
            <p:ph idx="3" type="subTitle"/>
          </p:nvPr>
        </p:nvSpPr>
        <p:spPr>
          <a:xfrm>
            <a:off x="2490450" y="732775"/>
            <a:ext cx="4163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73" name="Google Shape;273;p36"/>
          <p:cNvSpPr txBox="1"/>
          <p:nvPr>
            <p:ph type="title"/>
          </p:nvPr>
        </p:nvSpPr>
        <p:spPr>
          <a:xfrm>
            <a:off x="719400" y="988550"/>
            <a:ext cx="77052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/>
            </a:lvl1pPr>
            <a:lvl2pPr lvl="1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/>
        </p:txBody>
      </p:sp>
      <p:sp>
        <p:nvSpPr>
          <p:cNvPr id="274" name="Google Shape;274;p36"/>
          <p:cNvSpPr/>
          <p:nvPr>
            <p:ph idx="4" type="pic"/>
          </p:nvPr>
        </p:nvSpPr>
        <p:spPr>
          <a:xfrm>
            <a:off x="3588150" y="2027104"/>
            <a:ext cx="1967700" cy="1311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- Alt 2">
  <p:cSld name="CUSTOM_2_1_1_1">
    <p:bg>
      <p:bgPr>
        <a:solidFill>
          <a:schemeClr val="accent1"/>
        </a:solidFill>
      </p:bgPr>
    </p:bg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modern glass skyscraper. " id="276" name="Google Shape;276;p37"/>
          <p:cNvPicPr preferRelativeResize="0"/>
          <p:nvPr/>
        </p:nvPicPr>
        <p:blipFill rotWithShape="1">
          <a:blip r:embed="rId2">
            <a:alphaModFix amt="14000"/>
          </a:blip>
          <a:srcRect b="15604" l="0" r="0" t="0"/>
          <a:stretch/>
        </p:blipFill>
        <p:spPr>
          <a:xfrm>
            <a:off x="0" y="-815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37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78" name="Google Shape;278;p37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9" name="Google Shape;279;p37"/>
          <p:cNvSpPr txBox="1"/>
          <p:nvPr>
            <p:ph idx="2" type="subTitle"/>
          </p:nvPr>
        </p:nvSpPr>
        <p:spPr>
          <a:xfrm>
            <a:off x="2490450" y="732775"/>
            <a:ext cx="4163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80" name="Google Shape;280;p37"/>
          <p:cNvSpPr txBox="1"/>
          <p:nvPr>
            <p:ph type="title"/>
          </p:nvPr>
        </p:nvSpPr>
        <p:spPr>
          <a:xfrm>
            <a:off x="1128900" y="1430400"/>
            <a:ext cx="6886200" cy="2282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None/>
              <a:defRPr sz="2800"/>
            </a:lvl1pPr>
            <a:lvl2pPr lvl="1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2pPr>
            <a:lvl3pPr lvl="2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3pPr>
            <a:lvl4pPr lvl="3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4pPr>
            <a:lvl5pPr lvl="4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5pPr>
            <a:lvl6pPr lvl="5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6pPr>
            <a:lvl7pPr lvl="6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7pPr>
            <a:lvl8pPr lvl="7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8pPr>
            <a:lvl9pPr lvl="8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overview - Six modules">
  <p:cSld name="CUSTOM_3">
    <p:bg>
      <p:bgPr>
        <a:solidFill>
          <a:schemeClr val="lt1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82" name="Google Shape;282;p38"/>
          <p:cNvCxnSpPr/>
          <p:nvPr/>
        </p:nvCxnSpPr>
        <p:spPr>
          <a:xfrm>
            <a:off x="6096087" y="1794800"/>
            <a:ext cx="0" cy="27552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3" name="Google Shape;283;p38"/>
          <p:cNvCxnSpPr/>
          <p:nvPr/>
        </p:nvCxnSpPr>
        <p:spPr>
          <a:xfrm>
            <a:off x="3048087" y="1794800"/>
            <a:ext cx="0" cy="27552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4" name="Google Shape;284;p38"/>
          <p:cNvCxnSpPr/>
          <p:nvPr/>
        </p:nvCxnSpPr>
        <p:spPr>
          <a:xfrm>
            <a:off x="50" y="3174279"/>
            <a:ext cx="9144000" cy="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5" name="Google Shape;285;p38"/>
          <p:cNvSpPr txBox="1"/>
          <p:nvPr>
            <p:ph idx="1" type="subTitle"/>
          </p:nvPr>
        </p:nvSpPr>
        <p:spPr>
          <a:xfrm>
            <a:off x="363200" y="2516650"/>
            <a:ext cx="23217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86" name="Google Shape;286;p38"/>
          <p:cNvSpPr txBox="1"/>
          <p:nvPr>
            <p:ph idx="2" type="subTitle"/>
          </p:nvPr>
        </p:nvSpPr>
        <p:spPr>
          <a:xfrm>
            <a:off x="361975" y="2227250"/>
            <a:ext cx="23217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87" name="Google Shape;287;p38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88" name="Google Shape;288;p38"/>
          <p:cNvSpPr txBox="1"/>
          <p:nvPr>
            <p:ph idx="3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89" name="Google Shape;289;p38"/>
          <p:cNvSpPr txBox="1"/>
          <p:nvPr>
            <p:ph type="title"/>
          </p:nvPr>
        </p:nvSpPr>
        <p:spPr>
          <a:xfrm>
            <a:off x="361975" y="962092"/>
            <a:ext cx="57186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90" name="Google Shape;290;p38"/>
          <p:cNvSpPr txBox="1"/>
          <p:nvPr>
            <p:ph idx="4" type="subTitle"/>
          </p:nvPr>
        </p:nvSpPr>
        <p:spPr>
          <a:xfrm>
            <a:off x="3411825" y="2516650"/>
            <a:ext cx="23217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91" name="Google Shape;291;p38"/>
          <p:cNvSpPr txBox="1"/>
          <p:nvPr>
            <p:ph idx="5" type="subTitle"/>
          </p:nvPr>
        </p:nvSpPr>
        <p:spPr>
          <a:xfrm>
            <a:off x="3410600" y="2227250"/>
            <a:ext cx="23217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92" name="Google Shape;292;p38"/>
          <p:cNvSpPr txBox="1"/>
          <p:nvPr>
            <p:ph idx="6" type="subTitle"/>
          </p:nvPr>
        </p:nvSpPr>
        <p:spPr>
          <a:xfrm>
            <a:off x="6460475" y="2516650"/>
            <a:ext cx="23217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93" name="Google Shape;293;p38"/>
          <p:cNvSpPr txBox="1"/>
          <p:nvPr>
            <p:ph idx="7" type="subTitle"/>
          </p:nvPr>
        </p:nvSpPr>
        <p:spPr>
          <a:xfrm>
            <a:off x="6459250" y="2227250"/>
            <a:ext cx="23217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94" name="Google Shape;294;p38"/>
          <p:cNvSpPr txBox="1"/>
          <p:nvPr>
            <p:ph idx="8" type="subTitle"/>
          </p:nvPr>
        </p:nvSpPr>
        <p:spPr>
          <a:xfrm>
            <a:off x="363200" y="3864775"/>
            <a:ext cx="23217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95" name="Google Shape;295;p38"/>
          <p:cNvSpPr txBox="1"/>
          <p:nvPr>
            <p:ph idx="9" type="subTitle"/>
          </p:nvPr>
        </p:nvSpPr>
        <p:spPr>
          <a:xfrm>
            <a:off x="361975" y="3575375"/>
            <a:ext cx="23217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96" name="Google Shape;296;p38"/>
          <p:cNvSpPr txBox="1"/>
          <p:nvPr>
            <p:ph idx="13" type="subTitle"/>
          </p:nvPr>
        </p:nvSpPr>
        <p:spPr>
          <a:xfrm>
            <a:off x="3411825" y="3864775"/>
            <a:ext cx="23217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97" name="Google Shape;297;p38"/>
          <p:cNvSpPr txBox="1"/>
          <p:nvPr>
            <p:ph idx="14" type="subTitle"/>
          </p:nvPr>
        </p:nvSpPr>
        <p:spPr>
          <a:xfrm>
            <a:off x="3410600" y="3575375"/>
            <a:ext cx="23217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298" name="Google Shape;298;p38"/>
          <p:cNvSpPr txBox="1"/>
          <p:nvPr>
            <p:ph idx="15" type="subTitle"/>
          </p:nvPr>
        </p:nvSpPr>
        <p:spPr>
          <a:xfrm>
            <a:off x="6460475" y="3864775"/>
            <a:ext cx="23217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299" name="Google Shape;299;p38"/>
          <p:cNvSpPr txBox="1"/>
          <p:nvPr>
            <p:ph idx="16" type="subTitle"/>
          </p:nvPr>
        </p:nvSpPr>
        <p:spPr>
          <a:xfrm>
            <a:off x="6459250" y="3575375"/>
            <a:ext cx="23217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000"/>
              <a:buFont typeface="DM Sans Light"/>
              <a:buNone/>
              <a:defRPr sz="1000">
                <a:solidFill>
                  <a:schemeClr val="accent2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udience - Alt 1">
  <p:cSld name="CUSTOM_4"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9"/>
          <p:cNvSpPr txBox="1"/>
          <p:nvPr>
            <p:ph idx="1" type="subTitle"/>
          </p:nvPr>
        </p:nvSpPr>
        <p:spPr>
          <a:xfrm>
            <a:off x="742900" y="2158550"/>
            <a:ext cx="3213000" cy="13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/>
        </p:txBody>
      </p:sp>
      <p:sp>
        <p:nvSpPr>
          <p:cNvPr id="302" name="Google Shape;302;p39"/>
          <p:cNvSpPr txBox="1"/>
          <p:nvPr>
            <p:ph idx="2" type="body"/>
          </p:nvPr>
        </p:nvSpPr>
        <p:spPr>
          <a:xfrm>
            <a:off x="742900" y="2381875"/>
            <a:ext cx="3213000" cy="461700"/>
          </a:xfrm>
          <a:prstGeom prst="rect">
            <a:avLst/>
          </a:prstGeom>
          <a:noFill/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03" name="Google Shape;303;p39"/>
          <p:cNvSpPr/>
          <p:nvPr>
            <p:ph idx="3" type="pic"/>
          </p:nvPr>
        </p:nvSpPr>
        <p:spPr>
          <a:xfrm>
            <a:off x="5402575" y="0"/>
            <a:ext cx="3739800" cy="3129600"/>
          </a:xfrm>
          <a:prstGeom prst="rect">
            <a:avLst/>
          </a:prstGeom>
          <a:noFill/>
          <a:ln cap="flat" cmpd="sng" w="952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04" name="Google Shape;304;p39"/>
          <p:cNvSpPr txBox="1"/>
          <p:nvPr>
            <p:ph type="title"/>
          </p:nvPr>
        </p:nvSpPr>
        <p:spPr>
          <a:xfrm>
            <a:off x="361975" y="988550"/>
            <a:ext cx="42972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200"/>
            </a:lvl9pPr>
          </a:lstStyle>
          <a:p/>
        </p:txBody>
      </p:sp>
      <p:sp>
        <p:nvSpPr>
          <p:cNvPr id="305" name="Google Shape;305;p39"/>
          <p:cNvSpPr txBox="1"/>
          <p:nvPr>
            <p:ph idx="4" type="subTitle"/>
          </p:nvPr>
        </p:nvSpPr>
        <p:spPr>
          <a:xfrm>
            <a:off x="361975" y="732775"/>
            <a:ext cx="4163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6" name="Google Shape;306;p39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07" name="Google Shape;307;p39"/>
          <p:cNvSpPr txBox="1"/>
          <p:nvPr>
            <p:ph idx="5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8" name="Google Shape;308;p39"/>
          <p:cNvSpPr txBox="1"/>
          <p:nvPr>
            <p:ph idx="6" type="subTitle"/>
          </p:nvPr>
        </p:nvSpPr>
        <p:spPr>
          <a:xfrm>
            <a:off x="5785175" y="3335324"/>
            <a:ext cx="2991600" cy="277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309" name="Google Shape;309;p39"/>
          <p:cNvSpPr txBox="1"/>
          <p:nvPr>
            <p:ph idx="7" type="subTitle"/>
          </p:nvPr>
        </p:nvSpPr>
        <p:spPr>
          <a:xfrm>
            <a:off x="742900" y="3910855"/>
            <a:ext cx="3213000" cy="138600"/>
          </a:xfrm>
          <a:prstGeom prst="rect">
            <a:avLst/>
          </a:prstGeom>
          <a:noFill/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/>
        </p:txBody>
      </p:sp>
      <p:sp>
        <p:nvSpPr>
          <p:cNvPr id="310" name="Google Shape;310;p39"/>
          <p:cNvSpPr txBox="1"/>
          <p:nvPr>
            <p:ph idx="8" type="body"/>
          </p:nvPr>
        </p:nvSpPr>
        <p:spPr>
          <a:xfrm>
            <a:off x="742900" y="4134180"/>
            <a:ext cx="3213000" cy="461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11" name="Google Shape;311;p39"/>
          <p:cNvSpPr txBox="1"/>
          <p:nvPr>
            <p:ph idx="9" type="subTitle"/>
          </p:nvPr>
        </p:nvSpPr>
        <p:spPr>
          <a:xfrm>
            <a:off x="742900" y="3050778"/>
            <a:ext cx="3213000" cy="138600"/>
          </a:xfrm>
          <a:prstGeom prst="rect">
            <a:avLst/>
          </a:prstGeom>
          <a:noFill/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SemiBold"/>
              <a:buNone/>
              <a:defRPr sz="1000">
                <a:latin typeface="DM Sans SemiBold"/>
                <a:ea typeface="DM Sans SemiBold"/>
                <a:cs typeface="DM Sans SemiBold"/>
                <a:sym typeface="DM Sans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 SemiBold"/>
              <a:buNone/>
              <a:defRPr>
                <a:latin typeface="DM Sans SemiBold"/>
                <a:ea typeface="DM Sans SemiBold"/>
                <a:cs typeface="DM Sans SemiBold"/>
                <a:sym typeface="DM Sans SemiBold"/>
              </a:defRPr>
            </a:lvl9pPr>
          </a:lstStyle>
          <a:p/>
        </p:txBody>
      </p:sp>
      <p:sp>
        <p:nvSpPr>
          <p:cNvPr id="312" name="Google Shape;312;p39"/>
          <p:cNvSpPr txBox="1"/>
          <p:nvPr>
            <p:ph idx="13" type="body"/>
          </p:nvPr>
        </p:nvSpPr>
        <p:spPr>
          <a:xfrm>
            <a:off x="742900" y="3274103"/>
            <a:ext cx="3213000" cy="461700"/>
          </a:xfrm>
          <a:prstGeom prst="rect">
            <a:avLst/>
          </a:prstGeom>
          <a:noFill/>
        </p:spPr>
        <p:txBody>
          <a:bodyPr anchorCtr="0" anchor="t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13" name="Google Shape;313;p39"/>
          <p:cNvSpPr txBox="1"/>
          <p:nvPr>
            <p:ph idx="14" type="body"/>
          </p:nvPr>
        </p:nvSpPr>
        <p:spPr>
          <a:xfrm>
            <a:off x="5785175" y="4134175"/>
            <a:ext cx="2991600" cy="461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800"/>
              </a:spcBef>
              <a:spcAft>
                <a:spcPts val="0"/>
              </a:spcAft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800"/>
              </a:spcBef>
              <a:spcAft>
                <a:spcPts val="800"/>
              </a:spcAft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udience - Alt 2">
  <p:cSld name="CUSTOM_4_1"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40"/>
          <p:cNvSpPr/>
          <p:nvPr>
            <p:ph idx="2" type="pic"/>
          </p:nvPr>
        </p:nvSpPr>
        <p:spPr>
          <a:xfrm>
            <a:off x="75" y="0"/>
            <a:ext cx="2853300" cy="2436600"/>
          </a:xfrm>
          <a:prstGeom prst="rect">
            <a:avLst/>
          </a:prstGeom>
          <a:noFill/>
          <a:ln>
            <a:noFill/>
          </a:ln>
        </p:spPr>
      </p:sp>
      <p:sp>
        <p:nvSpPr>
          <p:cNvPr id="316" name="Google Shape;316;p40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7" name="Google Shape;317;p40"/>
          <p:cNvSpPr txBox="1"/>
          <p:nvPr>
            <p:ph idx="1" type="subTitle"/>
          </p:nvPr>
        </p:nvSpPr>
        <p:spPr>
          <a:xfrm>
            <a:off x="361975" y="2614325"/>
            <a:ext cx="2061600" cy="277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am - Four members">
  <p:cSld name="CUSTOM_5">
    <p:bg>
      <p:bgPr>
        <a:solidFill>
          <a:schemeClr val="lt1"/>
        </a:solidFill>
      </p:bgPr>
    </p:bg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41"/>
          <p:cNvSpPr txBox="1"/>
          <p:nvPr>
            <p:ph idx="1" type="body"/>
          </p:nvPr>
        </p:nvSpPr>
        <p:spPr>
          <a:xfrm>
            <a:off x="352800" y="3754932"/>
            <a:ext cx="1588800" cy="688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●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85750" lvl="1" marL="914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○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85750" lvl="2" marL="1371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■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85750" lvl="3" marL="1828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●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85750" lvl="4" marL="22860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○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85750" lvl="5" marL="2743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■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85750" lvl="6" marL="3200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●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85750" lvl="7" marL="3657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○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85750" lvl="8" marL="4114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■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20" name="Google Shape;320;p41"/>
          <p:cNvSpPr txBox="1"/>
          <p:nvPr>
            <p:ph idx="2" type="body"/>
          </p:nvPr>
        </p:nvSpPr>
        <p:spPr>
          <a:xfrm>
            <a:off x="7187875" y="3754932"/>
            <a:ext cx="1588800" cy="688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●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85750" lvl="1" marL="914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○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85750" lvl="2" marL="1371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■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85750" lvl="3" marL="1828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●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85750" lvl="4" marL="22860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○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85750" lvl="5" marL="2743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■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85750" lvl="6" marL="3200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●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85750" lvl="7" marL="3657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○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85750" lvl="8" marL="4114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■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21" name="Google Shape;321;p41"/>
          <p:cNvSpPr txBox="1"/>
          <p:nvPr>
            <p:ph idx="3" type="body"/>
          </p:nvPr>
        </p:nvSpPr>
        <p:spPr>
          <a:xfrm>
            <a:off x="4924400" y="3754932"/>
            <a:ext cx="1588800" cy="688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●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85750" lvl="1" marL="914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○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85750" lvl="2" marL="1371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■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85750" lvl="3" marL="1828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●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85750" lvl="4" marL="22860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○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85750" lvl="5" marL="2743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■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85750" lvl="6" marL="3200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●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85750" lvl="7" marL="3657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○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85750" lvl="8" marL="4114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■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22" name="Google Shape;322;p41"/>
          <p:cNvSpPr txBox="1"/>
          <p:nvPr>
            <p:ph idx="4" type="body"/>
          </p:nvPr>
        </p:nvSpPr>
        <p:spPr>
          <a:xfrm>
            <a:off x="2643063" y="3754932"/>
            <a:ext cx="1588800" cy="6882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285750" lvl="0" marL="457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●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85750" lvl="1" marL="914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○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85750" lvl="2" marL="1371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■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85750" lvl="3" marL="1828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●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85750" lvl="4" marL="22860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○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85750" lvl="5" marL="27432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■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85750" lvl="6" marL="32004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●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85750" lvl="7" marL="36576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○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85750" lvl="8" marL="411480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Char char="■"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23" name="Google Shape;323;p41"/>
          <p:cNvSpPr/>
          <p:nvPr>
            <p:ph idx="5" type="pic"/>
          </p:nvPr>
        </p:nvSpPr>
        <p:spPr>
          <a:xfrm>
            <a:off x="2941550" y="1923334"/>
            <a:ext cx="991800" cy="991800"/>
          </a:xfrm>
          <a:prstGeom prst="rect">
            <a:avLst/>
          </a:prstGeom>
          <a:noFill/>
          <a:ln>
            <a:noFill/>
          </a:ln>
        </p:spPr>
      </p:sp>
      <p:sp>
        <p:nvSpPr>
          <p:cNvPr id="324" name="Google Shape;324;p41"/>
          <p:cNvSpPr/>
          <p:nvPr>
            <p:ph idx="6" type="pic"/>
          </p:nvPr>
        </p:nvSpPr>
        <p:spPr>
          <a:xfrm>
            <a:off x="5227063" y="1923334"/>
            <a:ext cx="991800" cy="991800"/>
          </a:xfrm>
          <a:prstGeom prst="rect">
            <a:avLst/>
          </a:prstGeom>
          <a:noFill/>
          <a:ln>
            <a:noFill/>
          </a:ln>
        </p:spPr>
      </p:sp>
      <p:sp>
        <p:nvSpPr>
          <p:cNvPr id="325" name="Google Shape;325;p41"/>
          <p:cNvSpPr/>
          <p:nvPr>
            <p:ph idx="7" type="pic"/>
          </p:nvPr>
        </p:nvSpPr>
        <p:spPr>
          <a:xfrm>
            <a:off x="7495263" y="1923334"/>
            <a:ext cx="991800" cy="991800"/>
          </a:xfrm>
          <a:prstGeom prst="rect">
            <a:avLst/>
          </a:prstGeom>
          <a:noFill/>
          <a:ln>
            <a:noFill/>
          </a:ln>
        </p:spPr>
      </p:sp>
      <p:cxnSp>
        <p:nvCxnSpPr>
          <p:cNvPr id="326" name="Google Shape;326;p41"/>
          <p:cNvCxnSpPr/>
          <p:nvPr/>
        </p:nvCxnSpPr>
        <p:spPr>
          <a:xfrm>
            <a:off x="2286125" y="1801500"/>
            <a:ext cx="0" cy="33420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27" name="Google Shape;327;p41"/>
          <p:cNvCxnSpPr/>
          <p:nvPr/>
        </p:nvCxnSpPr>
        <p:spPr>
          <a:xfrm>
            <a:off x="4580525" y="1801500"/>
            <a:ext cx="0" cy="33420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28" name="Google Shape;328;p41"/>
          <p:cNvCxnSpPr/>
          <p:nvPr/>
        </p:nvCxnSpPr>
        <p:spPr>
          <a:xfrm>
            <a:off x="6857075" y="1801500"/>
            <a:ext cx="0" cy="3342000"/>
          </a:xfrm>
          <a:prstGeom prst="straightConnector1">
            <a:avLst/>
          </a:prstGeom>
          <a:noFill/>
          <a:ln cap="flat" cmpd="sng" w="19050">
            <a:solidFill>
              <a:schemeClr val="lt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29" name="Google Shape;329;p41"/>
          <p:cNvSpPr/>
          <p:nvPr>
            <p:ph idx="8" type="pic"/>
          </p:nvPr>
        </p:nvSpPr>
        <p:spPr>
          <a:xfrm>
            <a:off x="651288" y="1923334"/>
            <a:ext cx="991800" cy="991800"/>
          </a:xfrm>
          <a:prstGeom prst="rect">
            <a:avLst/>
          </a:prstGeom>
          <a:noFill/>
          <a:ln>
            <a:noFill/>
          </a:ln>
        </p:spPr>
      </p:sp>
      <p:sp>
        <p:nvSpPr>
          <p:cNvPr id="330" name="Google Shape;330;p41"/>
          <p:cNvSpPr txBox="1"/>
          <p:nvPr>
            <p:ph type="title"/>
          </p:nvPr>
        </p:nvSpPr>
        <p:spPr>
          <a:xfrm>
            <a:off x="361975" y="962092"/>
            <a:ext cx="57186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31" name="Google Shape;331;p41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32" name="Google Shape;332;p41"/>
          <p:cNvSpPr txBox="1"/>
          <p:nvPr>
            <p:ph idx="9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33" name="Google Shape;333;p41"/>
          <p:cNvSpPr txBox="1"/>
          <p:nvPr>
            <p:ph idx="13" type="subTitle"/>
          </p:nvPr>
        </p:nvSpPr>
        <p:spPr>
          <a:xfrm>
            <a:off x="353250" y="3248209"/>
            <a:ext cx="15879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334" name="Google Shape;334;p41"/>
          <p:cNvSpPr txBox="1"/>
          <p:nvPr>
            <p:ph idx="14" type="subTitle"/>
          </p:nvPr>
        </p:nvSpPr>
        <p:spPr>
          <a:xfrm>
            <a:off x="353250" y="3050375"/>
            <a:ext cx="15879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35" name="Google Shape;335;p41"/>
          <p:cNvSpPr txBox="1"/>
          <p:nvPr>
            <p:ph idx="15" type="subTitle"/>
          </p:nvPr>
        </p:nvSpPr>
        <p:spPr>
          <a:xfrm>
            <a:off x="353250" y="4598973"/>
            <a:ext cx="15879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36" name="Google Shape;336;p41"/>
          <p:cNvSpPr txBox="1"/>
          <p:nvPr>
            <p:ph idx="16" type="subTitle"/>
          </p:nvPr>
        </p:nvSpPr>
        <p:spPr>
          <a:xfrm>
            <a:off x="7188325" y="3248209"/>
            <a:ext cx="15879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337" name="Google Shape;337;p41"/>
          <p:cNvSpPr txBox="1"/>
          <p:nvPr>
            <p:ph idx="17" type="subTitle"/>
          </p:nvPr>
        </p:nvSpPr>
        <p:spPr>
          <a:xfrm>
            <a:off x="7188325" y="3050375"/>
            <a:ext cx="15879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38" name="Google Shape;338;p41"/>
          <p:cNvSpPr txBox="1"/>
          <p:nvPr>
            <p:ph idx="18" type="subTitle"/>
          </p:nvPr>
        </p:nvSpPr>
        <p:spPr>
          <a:xfrm>
            <a:off x="7188325" y="4598973"/>
            <a:ext cx="15879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39" name="Google Shape;339;p41"/>
          <p:cNvSpPr txBox="1"/>
          <p:nvPr>
            <p:ph idx="19" type="subTitle"/>
          </p:nvPr>
        </p:nvSpPr>
        <p:spPr>
          <a:xfrm>
            <a:off x="4924850" y="3248209"/>
            <a:ext cx="15879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340" name="Google Shape;340;p41"/>
          <p:cNvSpPr txBox="1"/>
          <p:nvPr>
            <p:ph idx="20" type="subTitle"/>
          </p:nvPr>
        </p:nvSpPr>
        <p:spPr>
          <a:xfrm>
            <a:off x="4924850" y="3050375"/>
            <a:ext cx="15879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41" name="Google Shape;341;p41"/>
          <p:cNvSpPr txBox="1"/>
          <p:nvPr>
            <p:ph idx="21" type="subTitle"/>
          </p:nvPr>
        </p:nvSpPr>
        <p:spPr>
          <a:xfrm>
            <a:off x="4924850" y="4598973"/>
            <a:ext cx="15879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42" name="Google Shape;342;p41"/>
          <p:cNvSpPr txBox="1"/>
          <p:nvPr>
            <p:ph idx="22" type="subTitle"/>
          </p:nvPr>
        </p:nvSpPr>
        <p:spPr>
          <a:xfrm>
            <a:off x="2643513" y="3248209"/>
            <a:ext cx="1587900" cy="1878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>
                <a:solidFill>
                  <a:schemeClr val="accen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000"/>
              <a:buNone/>
              <a:defRPr sz="1000">
                <a:solidFill>
                  <a:schemeClr val="accent1"/>
                </a:solidFill>
              </a:defRPr>
            </a:lvl9pPr>
          </a:lstStyle>
          <a:p/>
        </p:txBody>
      </p:sp>
      <p:sp>
        <p:nvSpPr>
          <p:cNvPr id="343" name="Google Shape;343;p41"/>
          <p:cNvSpPr txBox="1"/>
          <p:nvPr>
            <p:ph idx="23" type="subTitle"/>
          </p:nvPr>
        </p:nvSpPr>
        <p:spPr>
          <a:xfrm>
            <a:off x="2643513" y="3050375"/>
            <a:ext cx="15879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344" name="Google Shape;344;p41"/>
          <p:cNvSpPr txBox="1"/>
          <p:nvPr>
            <p:ph idx="24" type="subTitle"/>
          </p:nvPr>
        </p:nvSpPr>
        <p:spPr>
          <a:xfrm>
            <a:off x="2643513" y="4598973"/>
            <a:ext cx="15879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900"/>
              <a:buFont typeface="DM Sans Light"/>
              <a:buNone/>
              <a:defRPr sz="900">
                <a:solidFill>
                  <a:schemeClr val="accent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 Light"/>
              <a:buNone/>
              <a:defRPr sz="900">
                <a:solidFill>
                  <a:schemeClr val="dk1"/>
                </a:solidFill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am - Eight members">
  <p:cSld name="CUSTOM_6">
    <p:spTree>
      <p:nvGrpSpPr>
        <p:cNvPr id="345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p42"/>
          <p:cNvSpPr txBox="1"/>
          <p:nvPr>
            <p:ph idx="1" type="subTitle"/>
          </p:nvPr>
        </p:nvSpPr>
        <p:spPr>
          <a:xfrm>
            <a:off x="6750600" y="1283963"/>
            <a:ext cx="2026200" cy="18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347" name="Google Shape;347;p42"/>
          <p:cNvSpPr txBox="1"/>
          <p:nvPr>
            <p:ph idx="2" type="subTitle"/>
          </p:nvPr>
        </p:nvSpPr>
        <p:spPr>
          <a:xfrm>
            <a:off x="6750600" y="1054750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48" name="Google Shape;348;p42"/>
          <p:cNvSpPr txBox="1"/>
          <p:nvPr>
            <p:ph idx="3" type="subTitle"/>
          </p:nvPr>
        </p:nvSpPr>
        <p:spPr>
          <a:xfrm>
            <a:off x="6750600" y="1427900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49" name="Google Shape;349;p42"/>
          <p:cNvSpPr/>
          <p:nvPr>
            <p:ph idx="4" type="pic"/>
          </p:nvPr>
        </p:nvSpPr>
        <p:spPr>
          <a:xfrm>
            <a:off x="6080709" y="1066100"/>
            <a:ext cx="530400" cy="530400"/>
          </a:xfrm>
          <a:prstGeom prst="rect">
            <a:avLst/>
          </a:prstGeom>
          <a:noFill/>
          <a:ln>
            <a:noFill/>
          </a:ln>
        </p:spPr>
      </p:sp>
      <p:sp>
        <p:nvSpPr>
          <p:cNvPr id="350" name="Google Shape;350;p42"/>
          <p:cNvSpPr txBox="1"/>
          <p:nvPr>
            <p:ph idx="5" type="subTitle"/>
          </p:nvPr>
        </p:nvSpPr>
        <p:spPr>
          <a:xfrm>
            <a:off x="3824550" y="1283963"/>
            <a:ext cx="2026200" cy="18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351" name="Google Shape;351;p42"/>
          <p:cNvSpPr txBox="1"/>
          <p:nvPr>
            <p:ph idx="6" type="subTitle"/>
          </p:nvPr>
        </p:nvSpPr>
        <p:spPr>
          <a:xfrm>
            <a:off x="3824550" y="1054750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52" name="Google Shape;352;p42"/>
          <p:cNvSpPr txBox="1"/>
          <p:nvPr>
            <p:ph idx="7" type="subTitle"/>
          </p:nvPr>
        </p:nvSpPr>
        <p:spPr>
          <a:xfrm>
            <a:off x="3824550" y="1427900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53" name="Google Shape;353;p42"/>
          <p:cNvSpPr/>
          <p:nvPr>
            <p:ph idx="8" type="pic"/>
          </p:nvPr>
        </p:nvSpPr>
        <p:spPr>
          <a:xfrm>
            <a:off x="3154659" y="1066100"/>
            <a:ext cx="530400" cy="530400"/>
          </a:xfrm>
          <a:prstGeom prst="rect">
            <a:avLst/>
          </a:prstGeom>
          <a:noFill/>
          <a:ln>
            <a:noFill/>
          </a:ln>
        </p:spPr>
      </p:sp>
      <p:sp>
        <p:nvSpPr>
          <p:cNvPr id="354" name="Google Shape;354;p42"/>
          <p:cNvSpPr txBox="1"/>
          <p:nvPr>
            <p:ph idx="9" type="subTitle"/>
          </p:nvPr>
        </p:nvSpPr>
        <p:spPr>
          <a:xfrm>
            <a:off x="6750600" y="2193728"/>
            <a:ext cx="2026200" cy="18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355" name="Google Shape;355;p42"/>
          <p:cNvSpPr txBox="1"/>
          <p:nvPr>
            <p:ph idx="13" type="subTitle"/>
          </p:nvPr>
        </p:nvSpPr>
        <p:spPr>
          <a:xfrm>
            <a:off x="6750600" y="1964514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56" name="Google Shape;356;p42"/>
          <p:cNvSpPr txBox="1"/>
          <p:nvPr>
            <p:ph idx="14" type="subTitle"/>
          </p:nvPr>
        </p:nvSpPr>
        <p:spPr>
          <a:xfrm>
            <a:off x="6750600" y="2337664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57" name="Google Shape;357;p42"/>
          <p:cNvSpPr/>
          <p:nvPr>
            <p:ph idx="15" type="pic"/>
          </p:nvPr>
        </p:nvSpPr>
        <p:spPr>
          <a:xfrm>
            <a:off x="6080709" y="1975864"/>
            <a:ext cx="530400" cy="530400"/>
          </a:xfrm>
          <a:prstGeom prst="rect">
            <a:avLst/>
          </a:prstGeom>
          <a:noFill/>
          <a:ln>
            <a:noFill/>
          </a:ln>
        </p:spPr>
      </p:sp>
      <p:sp>
        <p:nvSpPr>
          <p:cNvPr id="358" name="Google Shape;358;p42"/>
          <p:cNvSpPr txBox="1"/>
          <p:nvPr>
            <p:ph idx="16" type="subTitle"/>
          </p:nvPr>
        </p:nvSpPr>
        <p:spPr>
          <a:xfrm>
            <a:off x="3824550" y="2193728"/>
            <a:ext cx="2026200" cy="18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359" name="Google Shape;359;p42"/>
          <p:cNvSpPr txBox="1"/>
          <p:nvPr>
            <p:ph idx="17" type="subTitle"/>
          </p:nvPr>
        </p:nvSpPr>
        <p:spPr>
          <a:xfrm>
            <a:off x="3824550" y="1964514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60" name="Google Shape;360;p42"/>
          <p:cNvSpPr txBox="1"/>
          <p:nvPr>
            <p:ph idx="18" type="subTitle"/>
          </p:nvPr>
        </p:nvSpPr>
        <p:spPr>
          <a:xfrm>
            <a:off x="3824550" y="2337664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61" name="Google Shape;361;p42"/>
          <p:cNvSpPr/>
          <p:nvPr>
            <p:ph idx="19" type="pic"/>
          </p:nvPr>
        </p:nvSpPr>
        <p:spPr>
          <a:xfrm>
            <a:off x="3154659" y="1975864"/>
            <a:ext cx="530400" cy="530400"/>
          </a:xfrm>
          <a:prstGeom prst="rect">
            <a:avLst/>
          </a:prstGeom>
          <a:noFill/>
          <a:ln>
            <a:noFill/>
          </a:ln>
        </p:spPr>
      </p:sp>
      <p:sp>
        <p:nvSpPr>
          <p:cNvPr id="362" name="Google Shape;362;p42"/>
          <p:cNvSpPr txBox="1"/>
          <p:nvPr>
            <p:ph idx="20" type="subTitle"/>
          </p:nvPr>
        </p:nvSpPr>
        <p:spPr>
          <a:xfrm>
            <a:off x="6750600" y="3101715"/>
            <a:ext cx="2026200" cy="18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363" name="Google Shape;363;p42"/>
          <p:cNvSpPr txBox="1"/>
          <p:nvPr>
            <p:ph idx="21" type="subTitle"/>
          </p:nvPr>
        </p:nvSpPr>
        <p:spPr>
          <a:xfrm>
            <a:off x="6750600" y="2872502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64" name="Google Shape;364;p42"/>
          <p:cNvSpPr txBox="1"/>
          <p:nvPr>
            <p:ph idx="22" type="subTitle"/>
          </p:nvPr>
        </p:nvSpPr>
        <p:spPr>
          <a:xfrm>
            <a:off x="6750600" y="3245652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65" name="Google Shape;365;p42"/>
          <p:cNvSpPr/>
          <p:nvPr>
            <p:ph idx="23" type="pic"/>
          </p:nvPr>
        </p:nvSpPr>
        <p:spPr>
          <a:xfrm>
            <a:off x="6080709" y="2883852"/>
            <a:ext cx="530400" cy="530400"/>
          </a:xfrm>
          <a:prstGeom prst="rect">
            <a:avLst/>
          </a:prstGeom>
          <a:noFill/>
          <a:ln>
            <a:noFill/>
          </a:ln>
        </p:spPr>
      </p:sp>
      <p:sp>
        <p:nvSpPr>
          <p:cNvPr id="366" name="Google Shape;366;p42"/>
          <p:cNvSpPr txBox="1"/>
          <p:nvPr>
            <p:ph idx="24" type="subTitle"/>
          </p:nvPr>
        </p:nvSpPr>
        <p:spPr>
          <a:xfrm>
            <a:off x="3824550" y="3101715"/>
            <a:ext cx="2026200" cy="18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367" name="Google Shape;367;p42"/>
          <p:cNvSpPr txBox="1"/>
          <p:nvPr>
            <p:ph idx="25" type="subTitle"/>
          </p:nvPr>
        </p:nvSpPr>
        <p:spPr>
          <a:xfrm>
            <a:off x="3824550" y="2872502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68" name="Google Shape;368;p42"/>
          <p:cNvSpPr txBox="1"/>
          <p:nvPr>
            <p:ph idx="26" type="subTitle"/>
          </p:nvPr>
        </p:nvSpPr>
        <p:spPr>
          <a:xfrm>
            <a:off x="3824550" y="3245652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69" name="Google Shape;369;p42"/>
          <p:cNvSpPr/>
          <p:nvPr>
            <p:ph idx="27" type="pic"/>
          </p:nvPr>
        </p:nvSpPr>
        <p:spPr>
          <a:xfrm>
            <a:off x="3154659" y="2883852"/>
            <a:ext cx="530400" cy="530400"/>
          </a:xfrm>
          <a:prstGeom prst="rect">
            <a:avLst/>
          </a:prstGeom>
          <a:noFill/>
          <a:ln>
            <a:noFill/>
          </a:ln>
        </p:spPr>
      </p:sp>
      <p:sp>
        <p:nvSpPr>
          <p:cNvPr id="370" name="Google Shape;370;p42"/>
          <p:cNvSpPr txBox="1"/>
          <p:nvPr>
            <p:ph idx="28" type="subTitle"/>
          </p:nvPr>
        </p:nvSpPr>
        <p:spPr>
          <a:xfrm>
            <a:off x="6750600" y="4022919"/>
            <a:ext cx="2026200" cy="18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371" name="Google Shape;371;p42"/>
          <p:cNvSpPr txBox="1"/>
          <p:nvPr>
            <p:ph idx="29" type="subTitle"/>
          </p:nvPr>
        </p:nvSpPr>
        <p:spPr>
          <a:xfrm>
            <a:off x="6750600" y="3793706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72" name="Google Shape;372;p42"/>
          <p:cNvSpPr txBox="1"/>
          <p:nvPr>
            <p:ph idx="30" type="subTitle"/>
          </p:nvPr>
        </p:nvSpPr>
        <p:spPr>
          <a:xfrm>
            <a:off x="6750600" y="4166856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73" name="Google Shape;373;p42"/>
          <p:cNvSpPr/>
          <p:nvPr>
            <p:ph idx="31" type="pic"/>
          </p:nvPr>
        </p:nvSpPr>
        <p:spPr>
          <a:xfrm>
            <a:off x="6080709" y="3805056"/>
            <a:ext cx="530400" cy="530400"/>
          </a:xfrm>
          <a:prstGeom prst="rect">
            <a:avLst/>
          </a:prstGeom>
          <a:noFill/>
          <a:ln>
            <a:noFill/>
          </a:ln>
        </p:spPr>
      </p:sp>
      <p:sp>
        <p:nvSpPr>
          <p:cNvPr id="374" name="Google Shape;374;p42"/>
          <p:cNvSpPr txBox="1"/>
          <p:nvPr>
            <p:ph idx="32" type="subTitle"/>
          </p:nvPr>
        </p:nvSpPr>
        <p:spPr>
          <a:xfrm>
            <a:off x="3824550" y="4022919"/>
            <a:ext cx="2026200" cy="18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1pPr>
            <a:lvl2pPr lvl="1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2pPr>
            <a:lvl3pPr lvl="2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3pPr>
            <a:lvl4pPr lvl="3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4pPr>
            <a:lvl5pPr lvl="4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5pPr>
            <a:lvl6pPr lvl="5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6pPr>
            <a:lvl7pPr lvl="6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7pPr>
            <a:lvl8pPr lvl="7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8pPr>
            <a:lvl9pPr lvl="8">
              <a:spcBef>
                <a:spcPts val="0"/>
              </a:spcBef>
              <a:spcAft>
                <a:spcPts val="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375" name="Google Shape;375;p42"/>
          <p:cNvSpPr txBox="1"/>
          <p:nvPr>
            <p:ph idx="33" type="subTitle"/>
          </p:nvPr>
        </p:nvSpPr>
        <p:spPr>
          <a:xfrm>
            <a:off x="3824550" y="3793706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2pPr>
            <a:lvl3pPr lvl="2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3pPr>
            <a:lvl4pPr lvl="3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4pPr>
            <a:lvl5pPr lvl="4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5pPr>
            <a:lvl6pPr lvl="5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6pPr>
            <a:lvl7pPr lvl="6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7pPr>
            <a:lvl8pPr lvl="7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8pPr>
            <a:lvl9pPr lvl="8">
              <a:spcBef>
                <a:spcPts val="0"/>
              </a:spcBef>
              <a:spcAft>
                <a:spcPts val="0"/>
              </a:spcAft>
              <a:buSzPts val="800"/>
              <a:buNone/>
              <a:defRPr sz="800"/>
            </a:lvl9pPr>
          </a:lstStyle>
          <a:p/>
        </p:txBody>
      </p:sp>
      <p:sp>
        <p:nvSpPr>
          <p:cNvPr id="376" name="Google Shape;376;p42"/>
          <p:cNvSpPr txBox="1"/>
          <p:nvPr>
            <p:ph idx="34" type="subTitle"/>
          </p:nvPr>
        </p:nvSpPr>
        <p:spPr>
          <a:xfrm>
            <a:off x="3824550" y="4166856"/>
            <a:ext cx="20262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Font typeface="DM Sans Light"/>
              <a:buNone/>
              <a:defRPr sz="9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77" name="Google Shape;377;p42"/>
          <p:cNvSpPr/>
          <p:nvPr>
            <p:ph idx="35" type="pic"/>
          </p:nvPr>
        </p:nvSpPr>
        <p:spPr>
          <a:xfrm>
            <a:off x="3154659" y="3805056"/>
            <a:ext cx="530400" cy="530400"/>
          </a:xfrm>
          <a:prstGeom prst="rect">
            <a:avLst/>
          </a:prstGeom>
          <a:noFill/>
          <a:ln>
            <a:noFill/>
          </a:ln>
        </p:spPr>
      </p:sp>
      <p:sp>
        <p:nvSpPr>
          <p:cNvPr id="378" name="Google Shape;378;p42"/>
          <p:cNvSpPr txBox="1"/>
          <p:nvPr>
            <p:ph type="title"/>
          </p:nvPr>
        </p:nvSpPr>
        <p:spPr>
          <a:xfrm>
            <a:off x="361975" y="962100"/>
            <a:ext cx="24507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/>
        </p:txBody>
      </p:sp>
      <p:sp>
        <p:nvSpPr>
          <p:cNvPr id="379" name="Google Shape;379;p42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0" name="Google Shape;380;p42"/>
          <p:cNvSpPr txBox="1"/>
          <p:nvPr>
            <p:ph idx="36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potlight - Alt 2">
  <p:cSld name="CUSTOM_7_1">
    <p:bg>
      <p:bgPr>
        <a:solidFill>
          <a:schemeClr val="accent2"/>
        </a:solid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43"/>
          <p:cNvSpPr/>
          <p:nvPr/>
        </p:nvSpPr>
        <p:spPr>
          <a:xfrm>
            <a:off x="0" y="0"/>
            <a:ext cx="45675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383" name="Google Shape;383;p43"/>
          <p:cNvSpPr txBox="1"/>
          <p:nvPr>
            <p:ph type="title"/>
          </p:nvPr>
        </p:nvSpPr>
        <p:spPr>
          <a:xfrm>
            <a:off x="4975925" y="989088"/>
            <a:ext cx="37836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3600"/>
            </a:lvl9pPr>
          </a:lstStyle>
          <a:p/>
        </p:txBody>
      </p:sp>
      <p:sp>
        <p:nvSpPr>
          <p:cNvPr id="384" name="Google Shape;384;p43"/>
          <p:cNvSpPr/>
          <p:nvPr>
            <p:ph idx="2" type="pic"/>
          </p:nvPr>
        </p:nvSpPr>
        <p:spPr>
          <a:xfrm flipH="1">
            <a:off x="953803" y="1066100"/>
            <a:ext cx="2664300" cy="3002700"/>
          </a:xfrm>
          <a:prstGeom prst="rect">
            <a:avLst/>
          </a:prstGeom>
          <a:noFill/>
          <a:ln>
            <a:noFill/>
          </a:ln>
        </p:spPr>
      </p:sp>
      <p:sp>
        <p:nvSpPr>
          <p:cNvPr id="385" name="Google Shape;385;p43"/>
          <p:cNvSpPr txBox="1"/>
          <p:nvPr>
            <p:ph idx="1" type="body"/>
          </p:nvPr>
        </p:nvSpPr>
        <p:spPr>
          <a:xfrm>
            <a:off x="4975925" y="4125662"/>
            <a:ext cx="3783600" cy="461700"/>
          </a:xfrm>
          <a:prstGeom prst="rect">
            <a:avLst/>
          </a:prstGeom>
          <a:noFill/>
        </p:spPr>
        <p:txBody>
          <a:bodyPr anchorCtr="0" anchor="b" bIns="0" lIns="0" spcFirstLastPara="1" rIns="0" wrap="square" tIns="0">
            <a:noAutofit/>
          </a:bodyPr>
          <a:lstStyle>
            <a:lvl1pPr indent="-2921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indent="-2921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2pPr>
            <a:lvl3pPr indent="-2921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3pPr>
            <a:lvl4pPr indent="-2921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4pPr>
            <a:lvl5pPr indent="-2921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5pPr>
            <a:lvl6pPr indent="-2921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6pPr>
            <a:lvl7pPr indent="-2921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●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7pPr>
            <a:lvl8pPr indent="-2921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○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8pPr>
            <a:lvl9pPr indent="-2921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DM Sans Light"/>
              <a:buChar char="■"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86" name="Google Shape;386;p43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7" name="Google Shape;387;p43"/>
          <p:cNvSpPr txBox="1"/>
          <p:nvPr>
            <p:ph idx="3" type="body"/>
          </p:nvPr>
        </p:nvSpPr>
        <p:spPr>
          <a:xfrm>
            <a:off x="4975925" y="1943891"/>
            <a:ext cx="3783600" cy="1243200"/>
          </a:xfrm>
          <a:prstGeom prst="rect">
            <a:avLst/>
          </a:prstGeom>
          <a:noFill/>
        </p:spPr>
        <p:txBody>
          <a:bodyPr anchorCtr="0" anchor="t" bIns="0" lIns="0" spcFirstLastPara="1" rIns="0" wrap="square" tIns="0">
            <a:no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ewsreader"/>
              <a:buChar char="●"/>
              <a:defRPr sz="1600">
                <a:latin typeface="Newsreader"/>
                <a:ea typeface="Newsreader"/>
                <a:cs typeface="Newsreader"/>
                <a:sym typeface="Newsreader"/>
              </a:defRPr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ewsreader"/>
              <a:buChar char="○"/>
              <a:defRPr sz="1600">
                <a:latin typeface="Newsreader"/>
                <a:ea typeface="Newsreader"/>
                <a:cs typeface="Newsreader"/>
                <a:sym typeface="Newsreader"/>
              </a:defRPr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ewsreader"/>
              <a:buChar char="■"/>
              <a:defRPr sz="1600">
                <a:latin typeface="Newsreader"/>
                <a:ea typeface="Newsreader"/>
                <a:cs typeface="Newsreader"/>
                <a:sym typeface="Newsreader"/>
              </a:defRPr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ewsreader"/>
              <a:buChar char="●"/>
              <a:defRPr sz="1600">
                <a:latin typeface="Newsreader"/>
                <a:ea typeface="Newsreader"/>
                <a:cs typeface="Newsreader"/>
                <a:sym typeface="Newsreader"/>
              </a:defRPr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ewsreader"/>
              <a:buChar char="○"/>
              <a:defRPr sz="1600">
                <a:latin typeface="Newsreader"/>
                <a:ea typeface="Newsreader"/>
                <a:cs typeface="Newsreader"/>
                <a:sym typeface="Newsreader"/>
              </a:defRPr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ewsreader"/>
              <a:buChar char="■"/>
              <a:defRPr sz="1600">
                <a:latin typeface="Newsreader"/>
                <a:ea typeface="Newsreader"/>
                <a:cs typeface="Newsreader"/>
                <a:sym typeface="Newsreader"/>
              </a:defRPr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ewsreader"/>
              <a:buChar char="●"/>
              <a:defRPr sz="1600">
                <a:latin typeface="Newsreader"/>
                <a:ea typeface="Newsreader"/>
                <a:cs typeface="Newsreader"/>
                <a:sym typeface="Newsreader"/>
              </a:defRPr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ewsreader"/>
              <a:buChar char="○"/>
              <a:defRPr sz="1600">
                <a:latin typeface="Newsreader"/>
                <a:ea typeface="Newsreader"/>
                <a:cs typeface="Newsreader"/>
                <a:sym typeface="Newsreader"/>
              </a:defRPr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Newsreader"/>
              <a:buChar char="■"/>
              <a:defRPr sz="1600">
                <a:latin typeface="Newsreader"/>
                <a:ea typeface="Newsreader"/>
                <a:cs typeface="Newsreader"/>
                <a:sym typeface="Newsreader"/>
              </a:defRPr>
            </a:lvl9pPr>
          </a:lstStyle>
          <a:p/>
        </p:txBody>
      </p:sp>
      <p:sp>
        <p:nvSpPr>
          <p:cNvPr id="388" name="Google Shape;388;p43"/>
          <p:cNvSpPr txBox="1"/>
          <p:nvPr>
            <p:ph idx="4" type="subTitle"/>
          </p:nvPr>
        </p:nvSpPr>
        <p:spPr>
          <a:xfrm>
            <a:off x="4975925" y="732775"/>
            <a:ext cx="37836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 Light"/>
              <a:buNone/>
              <a:defRPr>
                <a:latin typeface="DM Sans Light"/>
                <a:ea typeface="DM Sans Light"/>
                <a:cs typeface="DM Sans Light"/>
                <a:sym typeface="DM Sans Light"/>
              </a:defRPr>
            </a:lvl9pPr>
          </a:lstStyle>
          <a:p/>
        </p:txBody>
      </p:sp>
      <p:sp>
        <p:nvSpPr>
          <p:cNvPr id="389" name="Google Shape;389;p43"/>
          <p:cNvSpPr txBox="1"/>
          <p:nvPr>
            <p:ph idx="5" type="subTitle"/>
          </p:nvPr>
        </p:nvSpPr>
        <p:spPr>
          <a:xfrm>
            <a:off x="4975925" y="1647132"/>
            <a:ext cx="3783600" cy="13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1pPr>
            <a:lvl2pPr lvl="1"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2pPr>
            <a:lvl3pPr lvl="2"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3pPr>
            <a:lvl4pPr lvl="3"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4pPr>
            <a:lvl5pPr lvl="4"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5pPr>
            <a:lvl6pPr lvl="5"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6pPr>
            <a:lvl7pPr lvl="6"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7pPr>
            <a:lvl8pPr lvl="7"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8pPr>
            <a:lvl9pPr lvl="8">
              <a:spcBef>
                <a:spcPts val="0"/>
              </a:spcBef>
              <a:spcAft>
                <a:spcPts val="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390" name="Google Shape;390;p43"/>
          <p:cNvSpPr txBox="1"/>
          <p:nvPr>
            <p:ph idx="6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700"/>
              <a:buFont typeface="DM Sans"/>
              <a:buNone/>
              <a:defRPr sz="7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r chart background">
  <p:cSld name="CUSTOM_8"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2" name="Google Shape;392;p44"/>
          <p:cNvGrpSpPr/>
          <p:nvPr/>
        </p:nvGrpSpPr>
        <p:grpSpPr>
          <a:xfrm>
            <a:off x="49" y="514398"/>
            <a:ext cx="9144297" cy="4115162"/>
            <a:chOff x="-18500" y="514395"/>
            <a:chExt cx="9219900" cy="4115162"/>
          </a:xfrm>
        </p:grpSpPr>
        <p:cxnSp>
          <p:nvCxnSpPr>
            <p:cNvPr id="393" name="Google Shape;393;p44"/>
            <p:cNvCxnSpPr/>
            <p:nvPr/>
          </p:nvCxnSpPr>
          <p:spPr>
            <a:xfrm>
              <a:off x="-18500" y="1028790"/>
              <a:ext cx="9219900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94" name="Google Shape;394;p44"/>
            <p:cNvCxnSpPr/>
            <p:nvPr/>
          </p:nvCxnSpPr>
          <p:spPr>
            <a:xfrm>
              <a:off x="-18500" y="4629557"/>
              <a:ext cx="9219900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95" name="Google Shape;395;p44"/>
            <p:cNvCxnSpPr/>
            <p:nvPr/>
          </p:nvCxnSpPr>
          <p:spPr>
            <a:xfrm>
              <a:off x="-18500" y="4115162"/>
              <a:ext cx="9219900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96" name="Google Shape;396;p44"/>
            <p:cNvCxnSpPr/>
            <p:nvPr/>
          </p:nvCxnSpPr>
          <p:spPr>
            <a:xfrm>
              <a:off x="-18500" y="3600767"/>
              <a:ext cx="9219900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97" name="Google Shape;397;p44"/>
            <p:cNvCxnSpPr/>
            <p:nvPr/>
          </p:nvCxnSpPr>
          <p:spPr>
            <a:xfrm>
              <a:off x="-18500" y="3086371"/>
              <a:ext cx="9219900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98" name="Google Shape;398;p44"/>
            <p:cNvCxnSpPr/>
            <p:nvPr/>
          </p:nvCxnSpPr>
          <p:spPr>
            <a:xfrm>
              <a:off x="-18500" y="2571976"/>
              <a:ext cx="9219900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399" name="Google Shape;399;p44"/>
            <p:cNvCxnSpPr/>
            <p:nvPr/>
          </p:nvCxnSpPr>
          <p:spPr>
            <a:xfrm>
              <a:off x="-18500" y="2057581"/>
              <a:ext cx="9219900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00" name="Google Shape;400;p44"/>
            <p:cNvCxnSpPr/>
            <p:nvPr/>
          </p:nvCxnSpPr>
          <p:spPr>
            <a:xfrm>
              <a:off x="-18500" y="1543186"/>
              <a:ext cx="9219900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01" name="Google Shape;401;p44"/>
            <p:cNvCxnSpPr/>
            <p:nvPr/>
          </p:nvCxnSpPr>
          <p:spPr>
            <a:xfrm>
              <a:off x="-18500" y="514395"/>
              <a:ext cx="9219900" cy="0"/>
            </a:xfrm>
            <a:prstGeom prst="straightConnector1">
              <a:avLst/>
            </a:prstGeom>
            <a:noFill/>
            <a:ln cap="flat" cmpd="sng" w="9525">
              <a:solidFill>
                <a:schemeClr val="accent6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402" name="Google Shape;402;p44"/>
          <p:cNvSpPr txBox="1"/>
          <p:nvPr>
            <p:ph idx="12" type="sldNum"/>
          </p:nvPr>
        </p:nvSpPr>
        <p:spPr>
          <a:xfrm>
            <a:off x="8227975" y="217725"/>
            <a:ext cx="548700" cy="234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0" spcFirstLastPara="1" rIns="0" wrap="square" tIns="91425">
            <a:noAutofit/>
          </a:bodyPr>
          <a:lstStyle>
            <a:lvl1pPr lvl="0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algn="r">
              <a:buNone/>
              <a:defRPr sz="7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03" name="Google Shape;403;p44"/>
          <p:cNvSpPr txBox="1"/>
          <p:nvPr>
            <p:ph idx="1" type="subTitle"/>
          </p:nvPr>
        </p:nvSpPr>
        <p:spPr>
          <a:xfrm>
            <a:off x="361975" y="217725"/>
            <a:ext cx="4163100" cy="237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700"/>
              <a:buFont typeface="DM Sans"/>
              <a:buNone/>
              <a:defRPr sz="7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4" name="Google Shape;404;p44"/>
          <p:cNvSpPr txBox="1"/>
          <p:nvPr>
            <p:ph idx="2" type="subTitle"/>
          </p:nvPr>
        </p:nvSpPr>
        <p:spPr>
          <a:xfrm>
            <a:off x="361975" y="732775"/>
            <a:ext cx="4163100" cy="138600"/>
          </a:xfrm>
          <a:prstGeom prst="rect">
            <a:avLst/>
          </a:prstGeom>
        </p:spPr>
        <p:txBody>
          <a:bodyPr anchorCtr="0" anchor="b" bIns="0" lIns="0" spcFirstLastPara="1" rIns="0" wrap="square" tIns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000"/>
              <a:buFont typeface="DM Sans Light"/>
              <a:buNone/>
              <a:defRPr sz="1000">
                <a:latin typeface="DM Sans Light"/>
                <a:ea typeface="DM Sans Light"/>
                <a:cs typeface="DM Sans Light"/>
                <a:sym typeface="DM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 slide">
  <p:cSld name="CUSTOM_8_1">
    <p:bg>
      <p:bgPr>
        <a:solidFill>
          <a:schemeClr val="accent2"/>
        </a:solidFill>
      </p:bgPr>
    </p:bg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p45"/>
          <p:cNvSpPr/>
          <p:nvPr/>
        </p:nvSpPr>
        <p:spPr>
          <a:xfrm>
            <a:off x="50" y="-300"/>
            <a:ext cx="6708900" cy="5143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407" name="Google Shape;407;p45"/>
          <p:cNvSpPr txBox="1"/>
          <p:nvPr>
            <p:ph type="title"/>
          </p:nvPr>
        </p:nvSpPr>
        <p:spPr>
          <a:xfrm>
            <a:off x="451472" y="2024100"/>
            <a:ext cx="4163100" cy="13725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1"/>
                </a:solidFill>
              </a:defRPr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1"/>
                </a:solidFill>
              </a:defRPr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1"/>
                </a:solidFill>
              </a:defRPr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1"/>
                </a:solidFill>
              </a:defRPr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1"/>
                </a:solidFill>
              </a:defRPr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1"/>
                </a:solidFill>
              </a:defRPr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1"/>
                </a:solidFill>
              </a:defRPr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1"/>
                </a:solidFill>
              </a:defRPr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2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08" name="Google Shape;408;p45"/>
          <p:cNvSpPr txBox="1"/>
          <p:nvPr>
            <p:ph idx="1" type="subTitle"/>
          </p:nvPr>
        </p:nvSpPr>
        <p:spPr>
          <a:xfrm>
            <a:off x="451475" y="3776250"/>
            <a:ext cx="4163100" cy="426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DM Sans"/>
              <a:buNone/>
              <a:defRPr sz="1500">
                <a:solidFill>
                  <a:schemeClr val="accent2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DM Sans"/>
              <a:buNone/>
              <a:defRPr sz="1500">
                <a:solidFill>
                  <a:schemeClr val="accent2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DM Sans"/>
              <a:buNone/>
              <a:defRPr sz="1500">
                <a:solidFill>
                  <a:schemeClr val="accent2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DM Sans"/>
              <a:buNone/>
              <a:defRPr sz="1500">
                <a:solidFill>
                  <a:schemeClr val="accent2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DM Sans"/>
              <a:buNone/>
              <a:defRPr sz="1500">
                <a:solidFill>
                  <a:schemeClr val="accent2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DM Sans"/>
              <a:buNone/>
              <a:defRPr sz="1500">
                <a:solidFill>
                  <a:schemeClr val="accent2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DM Sans"/>
              <a:buNone/>
              <a:defRPr sz="1500">
                <a:solidFill>
                  <a:schemeClr val="accent2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DM Sans"/>
              <a:buNone/>
              <a:defRPr sz="1500">
                <a:solidFill>
                  <a:schemeClr val="accent2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500"/>
              <a:buFont typeface="DM Sans"/>
              <a:buNone/>
              <a:defRPr sz="1500">
                <a:solidFill>
                  <a:schemeClr val="accent2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46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411" name="Google Shape;411;p46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Section header">
    <p:spTree>
      <p:nvGrpSpPr>
        <p:cNvPr id="412" name="Shape 4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Google Shape;413;p47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>
  <p:cSld name="Title and body">
    <p:spTree>
      <p:nvGrpSpPr>
        <p:cNvPr id="414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p4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6" name="Google Shape;416;p4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>
  <p:cSld name="Title and two columns"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p4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9" name="Google Shape;419;p49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20" name="Google Shape;420;p49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p5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p51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25" name="Google Shape;425;p51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426" name="Shape 4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Google Shape;427;p52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53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30" name="Google Shape;430;p53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31" name="Google Shape;431;p53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32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Google Shape;433;p54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</a:lstStyle>
          <a:p/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34" name="Shape 4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5" name="Google Shape;435;p55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36" name="Google Shape;436;p55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 algn="ctr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 algn="ctr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 algn="ctr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437" name="Shape 43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438" name="Shape 4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9" name="Google Shape;439;p57"/>
          <p:cNvSpPr txBox="1"/>
          <p:nvPr>
            <p:ph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0" name="Google Shape;440;p57"/>
          <p:cNvSpPr txBox="1"/>
          <p:nvPr>
            <p:ph idx="1" type="subTitle"/>
          </p:nvPr>
        </p:nvSpPr>
        <p:spPr>
          <a:xfrm>
            <a:off x="4406650" y="3937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41" name="Google Shape;441;p57"/>
          <p:cNvSpPr txBox="1"/>
          <p:nvPr>
            <p:ph idx="2" type="subTitle"/>
          </p:nvPr>
        </p:nvSpPr>
        <p:spPr>
          <a:xfrm>
            <a:off x="4406650" y="115170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42" name="Google Shape;442;p57"/>
          <p:cNvSpPr txBox="1"/>
          <p:nvPr>
            <p:ph idx="3" type="subTitle"/>
          </p:nvPr>
        </p:nvSpPr>
        <p:spPr>
          <a:xfrm>
            <a:off x="4406650" y="342557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43" name="Google Shape;443;p57"/>
          <p:cNvSpPr txBox="1"/>
          <p:nvPr>
            <p:ph idx="4" type="subTitle"/>
          </p:nvPr>
        </p:nvSpPr>
        <p:spPr>
          <a:xfrm>
            <a:off x="4406650" y="190966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44" name="Google Shape;444;p57"/>
          <p:cNvSpPr txBox="1"/>
          <p:nvPr>
            <p:ph idx="5" type="subTitle"/>
          </p:nvPr>
        </p:nvSpPr>
        <p:spPr>
          <a:xfrm>
            <a:off x="4406650" y="418352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45" name="Google Shape;445;p57"/>
          <p:cNvSpPr txBox="1"/>
          <p:nvPr>
            <p:ph idx="6" type="subTitle"/>
          </p:nvPr>
        </p:nvSpPr>
        <p:spPr>
          <a:xfrm>
            <a:off x="4406650" y="2667615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body and image">
  <p:cSld name="Title, body and image">
    <p:spTree>
      <p:nvGrpSpPr>
        <p:cNvPr id="446" name="Shape 4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7" name="Google Shape;447;p5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8" name="Google Shape;448;p58"/>
          <p:cNvSpPr txBox="1"/>
          <p:nvPr>
            <p:ph idx="1" type="body"/>
          </p:nvPr>
        </p:nvSpPr>
        <p:spPr>
          <a:xfrm>
            <a:off x="311700" y="1152475"/>
            <a:ext cx="4473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49" name="Google Shape;449;p58"/>
          <p:cNvSpPr/>
          <p:nvPr>
            <p:ph idx="2" type="pic"/>
          </p:nvPr>
        </p:nvSpPr>
        <p:spPr>
          <a:xfrm>
            <a:off x="4992024" y="1152775"/>
            <a:ext cx="3840300" cy="34164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big ideas">
  <p:cSld name="Two big ideas"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59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452" name="Google Shape;452;p59"/>
          <p:cNvSpPr txBox="1"/>
          <p:nvPr>
            <p:ph idx="1" type="body"/>
          </p:nvPr>
        </p:nvSpPr>
        <p:spPr>
          <a:xfrm>
            <a:off x="48315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53" name="Google Shape;453;p59"/>
          <p:cNvSpPr txBox="1"/>
          <p:nvPr>
            <p:ph idx="2" type="body"/>
          </p:nvPr>
        </p:nvSpPr>
        <p:spPr>
          <a:xfrm>
            <a:off x="5048000" y="2237788"/>
            <a:ext cx="36198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54" name="Google Shape;454;p59"/>
          <p:cNvSpPr txBox="1"/>
          <p:nvPr>
            <p:ph idx="3" type="subTitle"/>
          </p:nvPr>
        </p:nvSpPr>
        <p:spPr>
          <a:xfrm>
            <a:off x="48315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55" name="Google Shape;455;p59"/>
          <p:cNvSpPr txBox="1"/>
          <p:nvPr>
            <p:ph idx="4" type="subTitle"/>
          </p:nvPr>
        </p:nvSpPr>
        <p:spPr>
          <a:xfrm>
            <a:off x="5048000" y="1336161"/>
            <a:ext cx="36198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big ideas">
  <p:cSld name="Three big ideas"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p60"/>
          <p:cNvSpPr txBox="1"/>
          <p:nvPr>
            <p:ph idx="1" type="body"/>
          </p:nvPr>
        </p:nvSpPr>
        <p:spPr>
          <a:xfrm>
            <a:off x="4831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58" name="Google Shape;458;p60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59" name="Google Shape;459;p60"/>
          <p:cNvSpPr txBox="1"/>
          <p:nvPr>
            <p:ph type="title"/>
          </p:nvPr>
        </p:nvSpPr>
        <p:spPr>
          <a:xfrm>
            <a:off x="483175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460" name="Google Shape;460;p60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61" name="Google Shape;461;p60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62" name="Google Shape;462;p60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63" name="Google Shape;463;p60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our big ideas">
  <p:cSld name="Four big ideas"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p61"/>
          <p:cNvSpPr txBox="1"/>
          <p:nvPr>
            <p:ph idx="1" type="body"/>
          </p:nvPr>
        </p:nvSpPr>
        <p:spPr>
          <a:xfrm>
            <a:off x="366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66" name="Google Shape;466;p61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67" name="Google Shape;467;p61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68" name="Google Shape;468;p61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69" name="Google Shape;469;p61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470" name="Google Shape;470;p61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71" name="Google Shape;471;p61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72" name="Google Shape;472;p61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  <p:sp>
        <p:nvSpPr>
          <p:cNvPr id="473" name="Google Shape;473;p61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 sz="2000"/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image">
  <p:cSld name="Title and image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6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62"/>
          <p:cNvSpPr/>
          <p:nvPr>
            <p:ph idx="2" type="pic"/>
          </p:nvPr>
        </p:nvSpPr>
        <p:spPr>
          <a:xfrm>
            <a:off x="311700" y="1170425"/>
            <a:ext cx="8520600" cy="34929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storyboards">
  <p:cSld name="Two storyboards">
    <p:spTree>
      <p:nvGrpSpPr>
        <p:cNvPr id="477" name="Shape 4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" name="Google Shape;478;p63"/>
          <p:cNvSpPr txBox="1"/>
          <p:nvPr>
            <p:ph idx="1" type="body"/>
          </p:nvPr>
        </p:nvSpPr>
        <p:spPr>
          <a:xfrm>
            <a:off x="311700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79" name="Google Shape;479;p63"/>
          <p:cNvSpPr/>
          <p:nvPr>
            <p:ph idx="2" type="pic"/>
          </p:nvPr>
        </p:nvSpPr>
        <p:spPr>
          <a:xfrm>
            <a:off x="48048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80" name="Google Shape;480;p63"/>
          <p:cNvSpPr/>
          <p:nvPr>
            <p:ph idx="3" type="pic"/>
          </p:nvPr>
        </p:nvSpPr>
        <p:spPr>
          <a:xfrm>
            <a:off x="311725" y="1133300"/>
            <a:ext cx="4027500" cy="2392800"/>
          </a:xfrm>
          <a:prstGeom prst="rect">
            <a:avLst/>
          </a:prstGeom>
          <a:noFill/>
          <a:ln>
            <a:noFill/>
          </a:ln>
        </p:spPr>
      </p:sp>
      <p:sp>
        <p:nvSpPr>
          <p:cNvPr id="481" name="Google Shape;481;p63"/>
          <p:cNvSpPr txBox="1"/>
          <p:nvPr>
            <p:ph idx="4" type="body"/>
          </p:nvPr>
        </p:nvSpPr>
        <p:spPr>
          <a:xfrm>
            <a:off x="4804825" y="4080225"/>
            <a:ext cx="4027500" cy="92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82" name="Google Shape;482;p6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3" name="Google Shape;483;p63"/>
          <p:cNvSpPr txBox="1"/>
          <p:nvPr>
            <p:ph idx="5" type="subTitle"/>
          </p:nvPr>
        </p:nvSpPr>
        <p:spPr>
          <a:xfrm>
            <a:off x="3117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84" name="Google Shape;484;p63"/>
          <p:cNvSpPr txBox="1"/>
          <p:nvPr>
            <p:ph idx="6" type="subTitle"/>
          </p:nvPr>
        </p:nvSpPr>
        <p:spPr>
          <a:xfrm>
            <a:off x="4804825" y="3582900"/>
            <a:ext cx="4027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ree storyboards">
  <p:cSld name="Three storyboards">
    <p:spTree>
      <p:nvGrpSpPr>
        <p:cNvPr id="485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p64"/>
          <p:cNvSpPr txBox="1"/>
          <p:nvPr>
            <p:ph idx="1" type="body"/>
          </p:nvPr>
        </p:nvSpPr>
        <p:spPr>
          <a:xfrm>
            <a:off x="31170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80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80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80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800"/>
              </a:spcBef>
              <a:spcAft>
                <a:spcPts val="80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87" name="Google Shape;487;p64"/>
          <p:cNvSpPr/>
          <p:nvPr>
            <p:ph idx="2" type="pic"/>
          </p:nvPr>
        </p:nvSpPr>
        <p:spPr>
          <a:xfrm>
            <a:off x="62052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88" name="Google Shape;488;p64"/>
          <p:cNvSpPr/>
          <p:nvPr>
            <p:ph idx="3" type="pic"/>
          </p:nvPr>
        </p:nvSpPr>
        <p:spPr>
          <a:xfrm>
            <a:off x="311725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89" name="Google Shape;489;p64"/>
          <p:cNvSpPr txBox="1"/>
          <p:nvPr>
            <p:ph idx="4" type="body"/>
          </p:nvPr>
        </p:nvSpPr>
        <p:spPr>
          <a:xfrm>
            <a:off x="6205225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90" name="Google Shape;490;p64"/>
          <p:cNvSpPr/>
          <p:nvPr>
            <p:ph idx="5" type="pic"/>
          </p:nvPr>
        </p:nvSpPr>
        <p:spPr>
          <a:xfrm>
            <a:off x="3255250" y="1128325"/>
            <a:ext cx="2627100" cy="2273100"/>
          </a:xfrm>
          <a:prstGeom prst="rect">
            <a:avLst/>
          </a:prstGeom>
          <a:noFill/>
          <a:ln>
            <a:noFill/>
          </a:ln>
        </p:spPr>
      </p:sp>
      <p:sp>
        <p:nvSpPr>
          <p:cNvPr id="491" name="Google Shape;491;p64"/>
          <p:cNvSpPr txBox="1"/>
          <p:nvPr>
            <p:ph idx="6" type="body"/>
          </p:nvPr>
        </p:nvSpPr>
        <p:spPr>
          <a:xfrm>
            <a:off x="3255250" y="3911700"/>
            <a:ext cx="2627100" cy="10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492" name="Google Shape;492;p6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3" name="Google Shape;493;p64"/>
          <p:cNvSpPr txBox="1"/>
          <p:nvPr>
            <p:ph idx="7" type="subTitle"/>
          </p:nvPr>
        </p:nvSpPr>
        <p:spPr>
          <a:xfrm>
            <a:off x="3117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94" name="Google Shape;494;p64"/>
          <p:cNvSpPr txBox="1"/>
          <p:nvPr>
            <p:ph idx="8" type="subTitle"/>
          </p:nvPr>
        </p:nvSpPr>
        <p:spPr>
          <a:xfrm>
            <a:off x="6205225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495" name="Google Shape;495;p64"/>
          <p:cNvSpPr txBox="1"/>
          <p:nvPr>
            <p:ph idx="9" type="subTitle"/>
          </p:nvPr>
        </p:nvSpPr>
        <p:spPr>
          <a:xfrm>
            <a:off x="3255250" y="3430500"/>
            <a:ext cx="26271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only">
  <p:cSld name="Image only">
    <p:spTree>
      <p:nvGrpSpPr>
        <p:cNvPr id="496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65"/>
          <p:cNvSpPr/>
          <p:nvPr>
            <p:ph idx="2" type="pic"/>
          </p:nvPr>
        </p:nvSpPr>
        <p:spPr>
          <a:xfrm>
            <a:off x="311700" y="445025"/>
            <a:ext cx="8520600" cy="42183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Image grid">
  <p:cSld name="Image grid">
    <p:spTree>
      <p:nvGrpSpPr>
        <p:cNvPr id="498" name="Shape 4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9" name="Google Shape;499;p66"/>
          <p:cNvSpPr/>
          <p:nvPr>
            <p:ph idx="2" type="pic"/>
          </p:nvPr>
        </p:nvSpPr>
        <p:spPr>
          <a:xfrm>
            <a:off x="338960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66"/>
          <p:cNvSpPr/>
          <p:nvPr>
            <p:ph idx="3" type="pic"/>
          </p:nvPr>
        </p:nvSpPr>
        <p:spPr>
          <a:xfrm>
            <a:off x="5195935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01" name="Google Shape;501;p66"/>
          <p:cNvSpPr/>
          <p:nvPr>
            <p:ph idx="4" type="pic"/>
          </p:nvPr>
        </p:nvSpPr>
        <p:spPr>
          <a:xfrm>
            <a:off x="7002270" y="118913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02" name="Google Shape;502;p66"/>
          <p:cNvSpPr/>
          <p:nvPr>
            <p:ph idx="5" type="pic"/>
          </p:nvPr>
        </p:nvSpPr>
        <p:spPr>
          <a:xfrm>
            <a:off x="3389588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03" name="Google Shape;503;p66"/>
          <p:cNvSpPr/>
          <p:nvPr>
            <p:ph idx="6" type="pic"/>
          </p:nvPr>
        </p:nvSpPr>
        <p:spPr>
          <a:xfrm>
            <a:off x="5195922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04" name="Google Shape;504;p66"/>
          <p:cNvSpPr/>
          <p:nvPr>
            <p:ph idx="7" type="pic"/>
          </p:nvPr>
        </p:nvSpPr>
        <p:spPr>
          <a:xfrm>
            <a:off x="7002257" y="1804212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05" name="Google Shape;505;p66"/>
          <p:cNvSpPr txBox="1"/>
          <p:nvPr>
            <p:ph type="title"/>
          </p:nvPr>
        </p:nvSpPr>
        <p:spPr>
          <a:xfrm>
            <a:off x="351550" y="445025"/>
            <a:ext cx="2596800" cy="170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6" name="Google Shape;506;p66"/>
          <p:cNvSpPr/>
          <p:nvPr>
            <p:ph idx="8" type="pic"/>
          </p:nvPr>
        </p:nvSpPr>
        <p:spPr>
          <a:xfrm>
            <a:off x="3389588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07" name="Google Shape;507;p66"/>
          <p:cNvSpPr/>
          <p:nvPr>
            <p:ph idx="9" type="pic"/>
          </p:nvPr>
        </p:nvSpPr>
        <p:spPr>
          <a:xfrm>
            <a:off x="5195922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  <p:sp>
        <p:nvSpPr>
          <p:cNvPr id="508" name="Google Shape;508;p66"/>
          <p:cNvSpPr/>
          <p:nvPr>
            <p:ph idx="13" type="pic"/>
          </p:nvPr>
        </p:nvSpPr>
        <p:spPr>
          <a:xfrm>
            <a:off x="7002257" y="3489487"/>
            <a:ext cx="1643700" cy="1535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  <p:extLst>
    <p:ext uri="{DCECCB84-F9BA-43D5-87BE-67443E8EF086}">
      <p15:sldGuideLst>
        <p15:guide id="1" pos="5564">
          <p15:clr>
            <a:srgbClr val="E46962"/>
          </p15:clr>
        </p15:guide>
      </p15:sldGuideLst>
    </p:ext>
  </p:extLst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40" Type="http://schemas.openxmlformats.org/officeDocument/2006/relationships/slideLayout" Target="../slideLayouts/slideLayout51.xml"/><Relationship Id="rId42" Type="http://schemas.openxmlformats.org/officeDocument/2006/relationships/slideLayout" Target="../slideLayouts/slideLayout53.xml"/><Relationship Id="rId41" Type="http://schemas.openxmlformats.org/officeDocument/2006/relationships/slideLayout" Target="../slideLayouts/slideLayout52.xml"/><Relationship Id="rId44" Type="http://schemas.openxmlformats.org/officeDocument/2006/relationships/slideLayout" Target="../slideLayouts/slideLayout55.xml"/><Relationship Id="rId43" Type="http://schemas.openxmlformats.org/officeDocument/2006/relationships/slideLayout" Target="../slideLayouts/slideLayout54.xml"/><Relationship Id="rId46" Type="http://schemas.openxmlformats.org/officeDocument/2006/relationships/slideLayout" Target="../slideLayouts/slideLayout57.xml"/><Relationship Id="rId45" Type="http://schemas.openxmlformats.org/officeDocument/2006/relationships/slideLayout" Target="../slideLayouts/slideLayout56.xml"/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48" Type="http://schemas.openxmlformats.org/officeDocument/2006/relationships/slideLayout" Target="../slideLayouts/slideLayout59.xml"/><Relationship Id="rId47" Type="http://schemas.openxmlformats.org/officeDocument/2006/relationships/slideLayout" Target="../slideLayouts/slideLayout58.xml"/><Relationship Id="rId49" Type="http://schemas.openxmlformats.org/officeDocument/2006/relationships/slideLayout" Target="../slideLayouts/slideLayout6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42.xml"/><Relationship Id="rId30" Type="http://schemas.openxmlformats.org/officeDocument/2006/relationships/slideLayout" Target="../slideLayouts/slideLayout41.xml"/><Relationship Id="rId33" Type="http://schemas.openxmlformats.org/officeDocument/2006/relationships/slideLayout" Target="../slideLayouts/slideLayout44.xml"/><Relationship Id="rId32" Type="http://schemas.openxmlformats.org/officeDocument/2006/relationships/slideLayout" Target="../slideLayouts/slideLayout43.xml"/><Relationship Id="rId35" Type="http://schemas.openxmlformats.org/officeDocument/2006/relationships/slideLayout" Target="../slideLayouts/slideLayout46.xml"/><Relationship Id="rId34" Type="http://schemas.openxmlformats.org/officeDocument/2006/relationships/slideLayout" Target="../slideLayouts/slideLayout45.xml"/><Relationship Id="rId37" Type="http://schemas.openxmlformats.org/officeDocument/2006/relationships/slideLayout" Target="../slideLayouts/slideLayout48.xml"/><Relationship Id="rId36" Type="http://schemas.openxmlformats.org/officeDocument/2006/relationships/slideLayout" Target="../slideLayouts/slideLayout47.xml"/><Relationship Id="rId39" Type="http://schemas.openxmlformats.org/officeDocument/2006/relationships/slideLayout" Target="../slideLayouts/slideLayout50.xml"/><Relationship Id="rId38" Type="http://schemas.openxmlformats.org/officeDocument/2006/relationships/slideLayout" Target="../slideLayouts/slideLayout49.xml"/><Relationship Id="rId20" Type="http://schemas.openxmlformats.org/officeDocument/2006/relationships/slideLayout" Target="../slideLayouts/slideLayout31.xml"/><Relationship Id="rId22" Type="http://schemas.openxmlformats.org/officeDocument/2006/relationships/slideLayout" Target="../slideLayouts/slideLayout33.xml"/><Relationship Id="rId21" Type="http://schemas.openxmlformats.org/officeDocument/2006/relationships/slideLayout" Target="../slideLayouts/slideLayout32.xml"/><Relationship Id="rId24" Type="http://schemas.openxmlformats.org/officeDocument/2006/relationships/slideLayout" Target="../slideLayouts/slideLayout35.xml"/><Relationship Id="rId23" Type="http://schemas.openxmlformats.org/officeDocument/2006/relationships/slideLayout" Target="../slideLayouts/slideLayout34.xml"/><Relationship Id="rId26" Type="http://schemas.openxmlformats.org/officeDocument/2006/relationships/slideLayout" Target="../slideLayouts/slideLayout37.xml"/><Relationship Id="rId25" Type="http://schemas.openxmlformats.org/officeDocument/2006/relationships/slideLayout" Target="../slideLayouts/slideLayout36.xml"/><Relationship Id="rId28" Type="http://schemas.openxmlformats.org/officeDocument/2006/relationships/slideLayout" Target="../slideLayouts/slideLayout39.xml"/><Relationship Id="rId27" Type="http://schemas.openxmlformats.org/officeDocument/2006/relationships/slideLayout" Target="../slideLayouts/slideLayout38.xml"/><Relationship Id="rId29" Type="http://schemas.openxmlformats.org/officeDocument/2006/relationships/slideLayout" Target="../slideLayouts/slideLayout40.xml"/><Relationship Id="rId51" Type="http://schemas.openxmlformats.org/officeDocument/2006/relationships/slideLayout" Target="../slideLayouts/slideLayout62.xml"/><Relationship Id="rId50" Type="http://schemas.openxmlformats.org/officeDocument/2006/relationships/slideLayout" Target="../slideLayouts/slideLayout61.xml"/><Relationship Id="rId53" Type="http://schemas.openxmlformats.org/officeDocument/2006/relationships/slideLayout" Target="../slideLayouts/slideLayout64.xml"/><Relationship Id="rId52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54" Type="http://schemas.openxmlformats.org/officeDocument/2006/relationships/theme" Target="../theme/theme2.xml"/><Relationship Id="rId13" Type="http://schemas.openxmlformats.org/officeDocument/2006/relationships/slideLayout" Target="../slideLayouts/slideLayout24.xml"/><Relationship Id="rId12" Type="http://schemas.openxmlformats.org/officeDocument/2006/relationships/slideLayout" Target="../slideLayouts/slideLayout23.xml"/><Relationship Id="rId15" Type="http://schemas.openxmlformats.org/officeDocument/2006/relationships/slideLayout" Target="../slideLayouts/slideLayout26.xml"/><Relationship Id="rId14" Type="http://schemas.openxmlformats.org/officeDocument/2006/relationships/slideLayout" Target="../slideLayouts/slideLayout25.xml"/><Relationship Id="rId17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27.xml"/><Relationship Id="rId19" Type="http://schemas.openxmlformats.org/officeDocument/2006/relationships/slideLayout" Target="../slideLayouts/slideLayout30.xml"/><Relationship Id="rId18" Type="http://schemas.openxmlformats.org/officeDocument/2006/relationships/slideLayout" Target="../slideLayouts/slideLayout2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dk1"/>
        </a:solid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/>
          <p:nvPr>
            <p:ph idx="1" type="body"/>
          </p:nvPr>
        </p:nvSpPr>
        <p:spPr>
          <a:xfrm>
            <a:off x="361850" y="2004025"/>
            <a:ext cx="5627400" cy="254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048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●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-304800" lvl="1" marL="914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○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-304800" lvl="2" marL="1371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■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-304800" lvl="3" marL="18288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●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-304800" lvl="4" marL="22860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○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-304800" lvl="5" marL="27432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■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-304800" lvl="6" marL="32004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●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-304800" lvl="7" marL="365760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○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-304800" lvl="8" marL="4114800">
              <a:lnSpc>
                <a:spcPct val="115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1200"/>
              <a:buFont typeface="DM Sans"/>
              <a:buChar char="■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52" name="Google Shape;52;p13"/>
          <p:cNvSpPr txBox="1"/>
          <p:nvPr>
            <p:ph type="title"/>
          </p:nvPr>
        </p:nvSpPr>
        <p:spPr>
          <a:xfrm>
            <a:off x="438150" y="524575"/>
            <a:ext cx="5433000" cy="90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Newsreader"/>
              <a:buNone/>
              <a:defRPr sz="3000">
                <a:solidFill>
                  <a:schemeClr val="lt1"/>
                </a:solidFill>
                <a:latin typeface="Newsreader"/>
                <a:ea typeface="Newsreader"/>
                <a:cs typeface="Newsreader"/>
                <a:sym typeface="Newsreader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2" type="body"/>
          </p:nvPr>
        </p:nvSpPr>
        <p:spPr>
          <a:xfrm>
            <a:off x="4700200" y="1614100"/>
            <a:ext cx="3756600" cy="2547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●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○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■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●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○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■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●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○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"/>
              <a:buFont typeface="DM Sans"/>
              <a:buChar char="■"/>
              <a:defRPr sz="12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  <p:sldLayoutId id="2147483670" r:id="rId12"/>
    <p:sldLayoutId id="2147483671" r:id="rId13"/>
    <p:sldLayoutId id="2147483672" r:id="rId14"/>
    <p:sldLayoutId id="2147483673" r:id="rId15"/>
    <p:sldLayoutId id="2147483674" r:id="rId16"/>
    <p:sldLayoutId id="2147483675" r:id="rId17"/>
    <p:sldLayoutId id="2147483676" r:id="rId18"/>
    <p:sldLayoutId id="2147483677" r:id="rId19"/>
    <p:sldLayoutId id="2147483678" r:id="rId20"/>
    <p:sldLayoutId id="2147483679" r:id="rId21"/>
    <p:sldLayoutId id="2147483680" r:id="rId22"/>
    <p:sldLayoutId id="2147483681" r:id="rId23"/>
    <p:sldLayoutId id="2147483682" r:id="rId24"/>
    <p:sldLayoutId id="2147483683" r:id="rId25"/>
    <p:sldLayoutId id="2147483684" r:id="rId26"/>
    <p:sldLayoutId id="2147483685" r:id="rId27"/>
    <p:sldLayoutId id="2147483686" r:id="rId28"/>
    <p:sldLayoutId id="2147483687" r:id="rId29"/>
    <p:sldLayoutId id="2147483688" r:id="rId30"/>
    <p:sldLayoutId id="2147483689" r:id="rId31"/>
    <p:sldLayoutId id="2147483690" r:id="rId32"/>
    <p:sldLayoutId id="2147483691" r:id="rId33"/>
    <p:sldLayoutId id="2147483692" r:id="rId34"/>
    <p:sldLayoutId id="2147483693" r:id="rId35"/>
    <p:sldLayoutId id="2147483694" r:id="rId36"/>
    <p:sldLayoutId id="2147483695" r:id="rId37"/>
    <p:sldLayoutId id="2147483696" r:id="rId38"/>
    <p:sldLayoutId id="2147483697" r:id="rId39"/>
    <p:sldLayoutId id="2147483698" r:id="rId40"/>
    <p:sldLayoutId id="2147483699" r:id="rId41"/>
    <p:sldLayoutId id="2147483700" r:id="rId42"/>
    <p:sldLayoutId id="2147483701" r:id="rId43"/>
    <p:sldLayoutId id="2147483702" r:id="rId44"/>
    <p:sldLayoutId id="2147483703" r:id="rId45"/>
    <p:sldLayoutId id="2147483704" r:id="rId46"/>
    <p:sldLayoutId id="2147483705" r:id="rId47"/>
    <p:sldLayoutId id="2147483706" r:id="rId48"/>
    <p:sldLayoutId id="2147483707" r:id="rId49"/>
    <p:sldLayoutId id="2147483708" r:id="rId50"/>
    <p:sldLayoutId id="2147483709" r:id="rId51"/>
    <p:sldLayoutId id="2147483710" r:id="rId52"/>
    <p:sldLayoutId id="2147483711" r:id="rId53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5529">
          <p15:clr>
            <a:srgbClr val="E46962"/>
          </p15:clr>
        </p15:guide>
        <p15:guide id="2" orient="horz" pos="233">
          <p15:clr>
            <a:srgbClr val="E46962"/>
          </p15:clr>
        </p15:guide>
        <p15:guide id="3" orient="horz" pos="3011">
          <p15:clr>
            <a:srgbClr val="E46962"/>
          </p15:clr>
        </p15:guide>
        <p15:guide id="4" pos="2850">
          <p15:clr>
            <a:srgbClr val="E46962"/>
          </p15:clr>
        </p15:guide>
        <p15:guide id="5" pos="2910">
          <p15:clr>
            <a:srgbClr val="E46962"/>
          </p15:clr>
        </p15:guide>
        <p15:guide id="6" pos="1468">
          <p15:clr>
            <a:srgbClr val="E46962"/>
          </p15:clr>
        </p15:guide>
        <p15:guide id="7" pos="1527">
          <p15:clr>
            <a:srgbClr val="E46962"/>
          </p15:clr>
        </p15:guide>
        <p15:guide id="8" pos="4226">
          <p15:clr>
            <a:srgbClr val="E46962"/>
          </p15:clr>
        </p15:guide>
        <p15:guide id="9" pos="4285">
          <p15:clr>
            <a:srgbClr val="E46962"/>
          </p15:clr>
        </p15:guide>
        <p15:guide id="10" pos="3773">
          <p15:clr>
            <a:srgbClr val="E46962"/>
          </p15:clr>
        </p15:guide>
        <p15:guide id="11" pos="3830">
          <p15:clr>
            <a:srgbClr val="E46962"/>
          </p15:clr>
        </p15:guide>
        <p15:guide id="12" pos="1930">
          <p15:clr>
            <a:srgbClr val="E46962"/>
          </p15:clr>
        </p15:guide>
        <p15:guide id="13" pos="1987">
          <p15:clr>
            <a:srgbClr val="E46962"/>
          </p15:clr>
        </p15:guide>
        <p15:guide id="14" orient="horz" pos="2867">
          <p15:clr>
            <a:srgbClr val="E46962"/>
          </p15:clr>
        </p15:guide>
        <p15:guide id="15" orient="horz" pos="1135">
          <p15:clr>
            <a:srgbClr val="E46962"/>
          </p15:clr>
        </p15:guide>
        <p15:guide id="16" orient="horz" pos="1194">
          <p15:clr>
            <a:srgbClr val="E46962"/>
          </p15:clr>
        </p15:guide>
        <p15:guide id="17" orient="horz" pos="2043">
          <p15:clr>
            <a:srgbClr val="E46962"/>
          </p15:clr>
        </p15:guide>
        <p15:guide id="18" orient="horz" pos="2103">
          <p15:clr>
            <a:srgbClr val="E46962"/>
          </p15:clr>
        </p15:guide>
        <p15:guide id="19" pos="228">
          <p15:clr>
            <a:srgbClr val="E46962"/>
          </p15:clr>
        </p15:guide>
        <p15:guide id="20" orient="horz" pos="672">
          <p15:clr>
            <a:srgbClr val="E46962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jpg"/><Relationship Id="rId4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1.xml"/><Relationship Id="rId2" Type="http://schemas.openxmlformats.org/officeDocument/2006/relationships/notesSlide" Target="../notesSlides/notesSlide3.xml"/><Relationship Id="rId3" Type="http://schemas.openxmlformats.org/officeDocument/2006/relationships/comments" Target="../comments/comment1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8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6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8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close-up of a modern glass structure. " id="513" name="Google Shape;513;p67"/>
          <p:cNvPicPr preferRelativeResize="0"/>
          <p:nvPr/>
        </p:nvPicPr>
        <p:blipFill rotWithShape="1">
          <a:blip r:embed="rId3">
            <a:alphaModFix/>
          </a:blip>
          <a:srcRect b="79" l="21736" r="19116" t="0"/>
          <a:stretch/>
        </p:blipFill>
        <p:spPr>
          <a:xfrm>
            <a:off x="4587725" y="-8750"/>
            <a:ext cx="4572001" cy="5148074"/>
          </a:xfrm>
          <a:prstGeom prst="rect">
            <a:avLst/>
          </a:prstGeom>
          <a:noFill/>
          <a:ln>
            <a:noFill/>
          </a:ln>
        </p:spPr>
      </p:pic>
      <p:sp>
        <p:nvSpPr>
          <p:cNvPr id="514" name="Google Shape;514;p67"/>
          <p:cNvSpPr txBox="1"/>
          <p:nvPr>
            <p:ph type="title"/>
          </p:nvPr>
        </p:nvSpPr>
        <p:spPr>
          <a:xfrm>
            <a:off x="583500" y="327325"/>
            <a:ext cx="3562500" cy="1626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Cybersecurity Risk Assessment and Mitigation Strategy:</a:t>
            </a:r>
            <a:endParaRPr sz="3000"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Charity Project of Henrietta</a:t>
            </a:r>
            <a:endParaRPr sz="30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000"/>
          </a:p>
        </p:txBody>
      </p:sp>
      <p:sp>
        <p:nvSpPr>
          <p:cNvPr id="515" name="Google Shape;515;p67"/>
          <p:cNvSpPr txBox="1"/>
          <p:nvPr>
            <p:ph idx="1" type="subTitle"/>
          </p:nvPr>
        </p:nvSpPr>
        <p:spPr>
          <a:xfrm>
            <a:off x="399750" y="3149108"/>
            <a:ext cx="3860100" cy="37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Newsreader"/>
                <a:ea typeface="Newsreader"/>
                <a:cs typeface="Newsreader"/>
                <a:sym typeface="Newsreader"/>
              </a:rPr>
              <a:t>“RiskArmor keeps your business strong, we guard your data all day long!” </a:t>
            </a:r>
            <a:endParaRPr/>
          </a:p>
        </p:txBody>
      </p:sp>
      <p:sp>
        <p:nvSpPr>
          <p:cNvPr id="516" name="Google Shape;516;p67"/>
          <p:cNvSpPr txBox="1"/>
          <p:nvPr>
            <p:ph idx="3" type="body"/>
          </p:nvPr>
        </p:nvSpPr>
        <p:spPr>
          <a:xfrm>
            <a:off x="583500" y="4136048"/>
            <a:ext cx="3492600" cy="514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Newsreader"/>
                <a:ea typeface="Newsreader"/>
                <a:cs typeface="Newsreader"/>
                <a:sym typeface="Newsreader"/>
              </a:rPr>
              <a:t>Roberto Reade and Ben Sippel</a:t>
            </a:r>
            <a:endParaRPr sz="1200">
              <a:latin typeface="Newsreader"/>
              <a:ea typeface="Newsreader"/>
              <a:cs typeface="Newsreader"/>
              <a:sym typeface="Newsreader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latin typeface="Newsreader"/>
                <a:ea typeface="Newsreader"/>
                <a:cs typeface="Newsreader"/>
                <a:sym typeface="Newsreader"/>
              </a:rPr>
              <a:t>September 24, 2025</a:t>
            </a:r>
            <a:endParaRPr sz="1200">
              <a:latin typeface="Newsreader"/>
              <a:ea typeface="Newsreader"/>
              <a:cs typeface="Newsreader"/>
              <a:sym typeface="Newsreader"/>
            </a:endParaRPr>
          </a:p>
        </p:txBody>
      </p:sp>
      <p:pic>
        <p:nvPicPr>
          <p:cNvPr id="517" name="Google Shape;517;p6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27250" y="-8750"/>
            <a:ext cx="4692950" cy="51480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" name="Google Shape;522;p68"/>
          <p:cNvSpPr/>
          <p:nvPr/>
        </p:nvSpPr>
        <p:spPr>
          <a:xfrm>
            <a:off x="6857075" y="1801500"/>
            <a:ext cx="2294400" cy="3342000"/>
          </a:xfrm>
          <a:prstGeom prst="roundRect">
            <a:avLst>
              <a:gd fmla="val 0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523" name="Google Shape;523;p68"/>
          <p:cNvSpPr/>
          <p:nvPr/>
        </p:nvSpPr>
        <p:spPr>
          <a:xfrm>
            <a:off x="4562625" y="1801500"/>
            <a:ext cx="2294400" cy="3342000"/>
          </a:xfrm>
          <a:prstGeom prst="roundRect">
            <a:avLst>
              <a:gd fmla="val 0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524" name="Google Shape;524;p68"/>
          <p:cNvSpPr/>
          <p:nvPr/>
        </p:nvSpPr>
        <p:spPr>
          <a:xfrm>
            <a:off x="2294400" y="1801500"/>
            <a:ext cx="2294400" cy="3342000"/>
          </a:xfrm>
          <a:prstGeom prst="roundRect">
            <a:avLst>
              <a:gd fmla="val 0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525" name="Google Shape;525;p68"/>
          <p:cNvSpPr/>
          <p:nvPr/>
        </p:nvSpPr>
        <p:spPr>
          <a:xfrm>
            <a:off x="0" y="1801500"/>
            <a:ext cx="2294400" cy="3342000"/>
          </a:xfrm>
          <a:prstGeom prst="roundRect">
            <a:avLst>
              <a:gd fmla="val 0" name="adj"/>
            </a:avLst>
          </a:prstGeom>
          <a:solidFill>
            <a:schemeClr val="dk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chemeClr val="accen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526" name="Google Shape;526;p68"/>
          <p:cNvSpPr txBox="1"/>
          <p:nvPr>
            <p:ph type="title"/>
          </p:nvPr>
        </p:nvSpPr>
        <p:spPr>
          <a:xfrm>
            <a:off x="361975" y="962092"/>
            <a:ext cx="5718600" cy="498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Our Team</a:t>
            </a:r>
            <a:endParaRPr i="1"/>
          </a:p>
        </p:txBody>
      </p:sp>
      <p:sp>
        <p:nvSpPr>
          <p:cNvPr id="527" name="Google Shape;527;p68"/>
          <p:cNvSpPr txBox="1"/>
          <p:nvPr>
            <p:ph idx="19" type="subTitle"/>
          </p:nvPr>
        </p:nvSpPr>
        <p:spPr>
          <a:xfrm>
            <a:off x="5195400" y="4189109"/>
            <a:ext cx="1587900" cy="2154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Ben Sippel</a:t>
            </a:r>
            <a:endParaRPr/>
          </a:p>
        </p:txBody>
      </p:sp>
      <p:sp>
        <p:nvSpPr>
          <p:cNvPr id="528" name="Google Shape;528;p68"/>
          <p:cNvSpPr txBox="1"/>
          <p:nvPr>
            <p:ph idx="22" type="subTitle"/>
          </p:nvPr>
        </p:nvSpPr>
        <p:spPr>
          <a:xfrm>
            <a:off x="2360688" y="4191609"/>
            <a:ext cx="1587900" cy="2154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Roberto Reade</a:t>
            </a:r>
            <a:endParaRPr/>
          </a:p>
        </p:txBody>
      </p:sp>
      <p:pic>
        <p:nvPicPr>
          <p:cNvPr id="529" name="Google Shape;529;p6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50907" y="2268600"/>
            <a:ext cx="1007494" cy="176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30" name="Google Shape;530;p68"/>
          <p:cNvPicPr preferRelativeResize="0"/>
          <p:nvPr/>
        </p:nvPicPr>
        <p:blipFill rotWithShape="1">
          <a:blip r:embed="rId4">
            <a:alphaModFix/>
          </a:blip>
          <a:srcRect b="0" l="9765" r="7685" t="0"/>
          <a:stretch/>
        </p:blipFill>
        <p:spPr>
          <a:xfrm>
            <a:off x="5473018" y="2266088"/>
            <a:ext cx="1032670" cy="1765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4" name="Shape 5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5" name="Google Shape;535;p69"/>
          <p:cNvSpPr txBox="1"/>
          <p:nvPr>
            <p:ph idx="6" type="subTitle"/>
          </p:nvPr>
        </p:nvSpPr>
        <p:spPr>
          <a:xfrm>
            <a:off x="4734300" y="1831297"/>
            <a:ext cx="4409700" cy="5427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chemeClr val="lt1"/>
                </a:solidFill>
                <a:latin typeface="Newsreader"/>
                <a:ea typeface="Newsreader"/>
                <a:cs typeface="Newsreader"/>
                <a:sym typeface="Newsreader"/>
              </a:rPr>
              <a:t>Reliance on aging, inconsistent technology</a:t>
            </a:r>
            <a:endParaRPr sz="2000">
              <a:solidFill>
                <a:schemeClr val="lt1"/>
              </a:solidFill>
              <a:latin typeface="Newsreader"/>
              <a:ea typeface="Newsreader"/>
              <a:cs typeface="Newsreader"/>
              <a:sym typeface="Newsreader"/>
            </a:endParaRPr>
          </a:p>
        </p:txBody>
      </p:sp>
      <p:sp>
        <p:nvSpPr>
          <p:cNvPr id="536" name="Google Shape;536;p69"/>
          <p:cNvSpPr txBox="1"/>
          <p:nvPr>
            <p:ph idx="5" type="subTitle"/>
          </p:nvPr>
        </p:nvSpPr>
        <p:spPr>
          <a:xfrm>
            <a:off x="4734300" y="640600"/>
            <a:ext cx="4409700" cy="542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Non-profit serving Western New York communities</a:t>
            </a:r>
            <a:endParaRPr sz="2000"/>
          </a:p>
        </p:txBody>
      </p:sp>
      <p:sp>
        <p:nvSpPr>
          <p:cNvPr id="537" name="Google Shape;537;p69"/>
          <p:cNvSpPr txBox="1"/>
          <p:nvPr>
            <p:ph idx="4294967295" type="subTitle"/>
          </p:nvPr>
        </p:nvSpPr>
        <p:spPr>
          <a:xfrm>
            <a:off x="4663825" y="396635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No formal IT or security governance</a:t>
            </a:r>
            <a:endParaRPr sz="2000"/>
          </a:p>
        </p:txBody>
      </p:sp>
      <p:sp>
        <p:nvSpPr>
          <p:cNvPr id="538" name="Google Shape;538;p69"/>
          <p:cNvSpPr txBox="1"/>
          <p:nvPr>
            <p:ph idx="4294967295" type="subTitle"/>
          </p:nvPr>
        </p:nvSpPr>
        <p:spPr>
          <a:xfrm>
            <a:off x="4663825" y="2840090"/>
            <a:ext cx="4409700" cy="54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Handles sensitive and HIPAA-relevant data</a:t>
            </a:r>
            <a:endParaRPr sz="2000"/>
          </a:p>
        </p:txBody>
      </p:sp>
      <p:sp>
        <p:nvSpPr>
          <p:cNvPr id="539" name="Google Shape;539;p69"/>
          <p:cNvSpPr txBox="1"/>
          <p:nvPr>
            <p:ph idx="4294967295" type="title"/>
          </p:nvPr>
        </p:nvSpPr>
        <p:spPr>
          <a:xfrm>
            <a:off x="677325" y="1832775"/>
            <a:ext cx="3217200" cy="1484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200">
                <a:solidFill>
                  <a:schemeClr val="dk1"/>
                </a:solidFill>
              </a:rPr>
              <a:t>The Charity Project of Henrietta</a:t>
            </a:r>
            <a:endParaRPr sz="42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43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4" name="Google Shape;544;p70"/>
          <p:cNvSpPr txBox="1"/>
          <p:nvPr>
            <p:ph idx="2" type="body"/>
          </p:nvPr>
        </p:nvSpPr>
        <p:spPr>
          <a:xfrm>
            <a:off x="7130875" y="2135400"/>
            <a:ext cx="1917900" cy="2802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 sz="1100"/>
              <a:t>Develop a phased plan that sequences risk reduction based on severity, dependency, and organizational capacity</a:t>
            </a:r>
            <a:endParaRPr sz="1100"/>
          </a:p>
          <a:p>
            <a:pPr indent="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100"/>
              <a:buChar char="●"/>
            </a:pPr>
            <a:r>
              <a:rPr lang="en" sz="1100"/>
              <a:t>Prioritize foundational controls first, followed by structural improvements and governance</a:t>
            </a:r>
            <a:endParaRPr sz="1100"/>
          </a:p>
        </p:txBody>
      </p:sp>
      <p:sp>
        <p:nvSpPr>
          <p:cNvPr id="545" name="Google Shape;545;p70"/>
          <p:cNvSpPr txBox="1"/>
          <p:nvPr>
            <p:ph idx="6" type="subTitle"/>
          </p:nvPr>
        </p:nvSpPr>
        <p:spPr>
          <a:xfrm>
            <a:off x="4892125" y="1349375"/>
            <a:ext cx="1645800" cy="393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Quantify business impact</a:t>
            </a:r>
            <a:endParaRPr sz="1400"/>
          </a:p>
        </p:txBody>
      </p:sp>
      <p:sp>
        <p:nvSpPr>
          <p:cNvPr id="546" name="Google Shape;546;p70"/>
          <p:cNvSpPr txBox="1"/>
          <p:nvPr>
            <p:ph idx="3" type="subTitle"/>
          </p:nvPr>
        </p:nvSpPr>
        <p:spPr>
          <a:xfrm>
            <a:off x="7256100" y="1501800"/>
            <a:ext cx="1986900" cy="393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Produce a realistic 3-year improvement roadmap</a:t>
            </a:r>
            <a:endParaRPr sz="1400"/>
          </a:p>
        </p:txBody>
      </p:sp>
      <p:sp>
        <p:nvSpPr>
          <p:cNvPr id="547" name="Google Shape;547;p70"/>
          <p:cNvSpPr txBox="1"/>
          <p:nvPr>
            <p:ph idx="5" type="body"/>
          </p:nvPr>
        </p:nvSpPr>
        <p:spPr>
          <a:xfrm>
            <a:off x="4892150" y="2135400"/>
            <a:ext cx="1861500" cy="2802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 sz="1100"/>
              <a:t>Translate technical risks into operational, financial, and regulatory consequences </a:t>
            </a:r>
            <a:endParaRPr sz="1100"/>
          </a:p>
          <a:p>
            <a:pPr indent="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100"/>
              <a:buChar char="●"/>
            </a:pPr>
            <a:r>
              <a:rPr lang="en" sz="1100"/>
              <a:t>Estimate downtime, data loss, compliance exposure, and recovery requirements</a:t>
            </a:r>
            <a:endParaRPr sz="1100"/>
          </a:p>
        </p:txBody>
      </p:sp>
      <p:sp>
        <p:nvSpPr>
          <p:cNvPr id="548" name="Google Shape;548;p70"/>
          <p:cNvSpPr txBox="1"/>
          <p:nvPr>
            <p:ph idx="8" type="body"/>
          </p:nvPr>
        </p:nvSpPr>
        <p:spPr>
          <a:xfrm>
            <a:off x="2607050" y="2135400"/>
            <a:ext cx="1917900" cy="2802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 sz="1100"/>
              <a:t>Identify threat/vulnerability pairs across </a:t>
            </a:r>
            <a:r>
              <a:rPr lang="en" sz="1100"/>
              <a:t>systems</a:t>
            </a:r>
            <a:r>
              <a:rPr lang="en" sz="1100"/>
              <a:t>, people and processes</a:t>
            </a:r>
            <a:endParaRPr sz="1100"/>
          </a:p>
          <a:p>
            <a:pPr indent="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100"/>
              <a:buChar char="●"/>
            </a:pPr>
            <a:r>
              <a:rPr lang="en" sz="1100"/>
              <a:t>Rank risks using structured methods to determine mission-threatening exposures</a:t>
            </a:r>
            <a:endParaRPr sz="1100"/>
          </a:p>
        </p:txBody>
      </p:sp>
      <p:sp>
        <p:nvSpPr>
          <p:cNvPr id="549" name="Google Shape;549;p70"/>
          <p:cNvSpPr txBox="1"/>
          <p:nvPr>
            <p:ph idx="9" type="subTitle"/>
          </p:nvPr>
        </p:nvSpPr>
        <p:spPr>
          <a:xfrm>
            <a:off x="2627038" y="1349383"/>
            <a:ext cx="1645800" cy="393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Identify and prioritize risks</a:t>
            </a:r>
            <a:endParaRPr sz="1400"/>
          </a:p>
        </p:txBody>
      </p:sp>
      <p:sp>
        <p:nvSpPr>
          <p:cNvPr id="550" name="Google Shape;550;p70"/>
          <p:cNvSpPr txBox="1"/>
          <p:nvPr>
            <p:ph idx="14" type="body"/>
          </p:nvPr>
        </p:nvSpPr>
        <p:spPr>
          <a:xfrm>
            <a:off x="361975" y="2135325"/>
            <a:ext cx="1861500" cy="2644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2984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 sz="1100"/>
              <a:t>Evaluate</a:t>
            </a:r>
            <a:r>
              <a:rPr lang="en" sz="1100"/>
              <a:t> current technology and security practices against established maturity models</a:t>
            </a:r>
            <a:endParaRPr sz="1100"/>
          </a:p>
          <a:p>
            <a:pPr indent="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100"/>
          </a:p>
          <a:p>
            <a:pPr indent="-298450" lvl="0" marL="45720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100"/>
              <a:buChar char="●"/>
            </a:pPr>
            <a:r>
              <a:rPr lang="en" sz="1100"/>
              <a:t>Establishes baseline understanding of how reliable CPH’s IT operations currently are</a:t>
            </a:r>
            <a:endParaRPr sz="1100"/>
          </a:p>
        </p:txBody>
      </p:sp>
      <p:sp>
        <p:nvSpPr>
          <p:cNvPr id="551" name="Google Shape;551;p70"/>
          <p:cNvSpPr txBox="1"/>
          <p:nvPr>
            <p:ph idx="15" type="subTitle"/>
          </p:nvPr>
        </p:nvSpPr>
        <p:spPr>
          <a:xfrm>
            <a:off x="361975" y="1349358"/>
            <a:ext cx="1645800" cy="393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Assess IT and security maturity</a:t>
            </a:r>
            <a:endParaRPr sz="1400"/>
          </a:p>
        </p:txBody>
      </p:sp>
      <p:sp>
        <p:nvSpPr>
          <p:cNvPr id="552" name="Google Shape;552;p70"/>
          <p:cNvSpPr txBox="1"/>
          <p:nvPr>
            <p:ph type="title"/>
          </p:nvPr>
        </p:nvSpPr>
        <p:spPr>
          <a:xfrm>
            <a:off x="361975" y="369307"/>
            <a:ext cx="6330900" cy="587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Engagement Goals</a:t>
            </a:r>
            <a:endParaRPr sz="36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6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p71"/>
          <p:cNvSpPr txBox="1"/>
          <p:nvPr>
            <p:ph idx="6" type="subTitle"/>
          </p:nvPr>
        </p:nvSpPr>
        <p:spPr>
          <a:xfrm>
            <a:off x="5785175" y="3335324"/>
            <a:ext cx="2991600" cy="2772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Ad-hoc Maturity Level</a:t>
            </a:r>
            <a:endParaRPr/>
          </a:p>
        </p:txBody>
      </p:sp>
      <p:sp>
        <p:nvSpPr>
          <p:cNvPr id="558" name="Google Shape;558;p71"/>
          <p:cNvSpPr txBox="1"/>
          <p:nvPr>
            <p:ph idx="1" type="subTitle"/>
          </p:nvPr>
        </p:nvSpPr>
        <p:spPr>
          <a:xfrm>
            <a:off x="723300" y="1812750"/>
            <a:ext cx="3213000" cy="13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Reactive, undocumented controls</a:t>
            </a:r>
            <a:endParaRPr sz="1400"/>
          </a:p>
        </p:txBody>
      </p:sp>
      <p:sp>
        <p:nvSpPr>
          <p:cNvPr id="559" name="Google Shape;559;p71"/>
          <p:cNvSpPr txBox="1"/>
          <p:nvPr>
            <p:ph idx="2" type="body"/>
          </p:nvPr>
        </p:nvSpPr>
        <p:spPr>
          <a:xfrm>
            <a:off x="723300" y="2158525"/>
            <a:ext cx="3213000" cy="461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Security measures lack written standards, making them unreliable and difficult to sustain</a:t>
            </a:r>
            <a:endParaRPr sz="1100"/>
          </a:p>
        </p:txBody>
      </p:sp>
      <p:sp>
        <p:nvSpPr>
          <p:cNvPr id="560" name="Google Shape;560;p71"/>
          <p:cNvSpPr txBox="1"/>
          <p:nvPr>
            <p:ph type="title"/>
          </p:nvPr>
        </p:nvSpPr>
        <p:spPr>
          <a:xfrm>
            <a:off x="200800" y="369300"/>
            <a:ext cx="5270100" cy="498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Current Security Posture</a:t>
            </a:r>
            <a:endParaRPr sz="3600"/>
          </a:p>
        </p:txBody>
      </p:sp>
      <p:sp>
        <p:nvSpPr>
          <p:cNvPr id="561" name="Google Shape;561;p71"/>
          <p:cNvSpPr txBox="1"/>
          <p:nvPr>
            <p:ph idx="7" type="subTitle"/>
          </p:nvPr>
        </p:nvSpPr>
        <p:spPr>
          <a:xfrm>
            <a:off x="742900" y="3910855"/>
            <a:ext cx="3213000" cy="13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No baseline security hygiene</a:t>
            </a:r>
            <a:endParaRPr sz="1400"/>
          </a:p>
        </p:txBody>
      </p:sp>
      <p:sp>
        <p:nvSpPr>
          <p:cNvPr id="562" name="Google Shape;562;p71"/>
          <p:cNvSpPr txBox="1"/>
          <p:nvPr>
            <p:ph idx="8" type="body"/>
          </p:nvPr>
        </p:nvSpPr>
        <p:spPr>
          <a:xfrm>
            <a:off x="723300" y="4211005"/>
            <a:ext cx="3213000" cy="461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Fundamental protections such as </a:t>
            </a:r>
            <a:r>
              <a:rPr lang="en" sz="1100"/>
              <a:t>consistent</a:t>
            </a:r>
            <a:r>
              <a:rPr lang="en" sz="1100"/>
              <a:t> patching, encryption, and standardized configuration are missing across systems</a:t>
            </a:r>
            <a:endParaRPr sz="1100"/>
          </a:p>
        </p:txBody>
      </p:sp>
      <p:sp>
        <p:nvSpPr>
          <p:cNvPr id="563" name="Google Shape;563;p71"/>
          <p:cNvSpPr txBox="1"/>
          <p:nvPr>
            <p:ph idx="9" type="subTitle"/>
          </p:nvPr>
        </p:nvSpPr>
        <p:spPr>
          <a:xfrm>
            <a:off x="723300" y="2773826"/>
            <a:ext cx="3792000" cy="48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Manual workarounds instead of processes</a:t>
            </a:r>
            <a:endParaRPr sz="1400"/>
          </a:p>
        </p:txBody>
      </p:sp>
      <p:sp>
        <p:nvSpPr>
          <p:cNvPr id="564" name="Google Shape;564;p71"/>
          <p:cNvSpPr txBox="1"/>
          <p:nvPr>
            <p:ph idx="13" type="body"/>
          </p:nvPr>
        </p:nvSpPr>
        <p:spPr>
          <a:xfrm>
            <a:off x="742900" y="3135628"/>
            <a:ext cx="3213000" cy="461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Day-to-day operations depend on improvised fixes rather than defined procedures, increasing operational fragility</a:t>
            </a:r>
            <a:endParaRPr sz="1100"/>
          </a:p>
        </p:txBody>
      </p:sp>
      <p:sp>
        <p:nvSpPr>
          <p:cNvPr id="565" name="Google Shape;565;p71"/>
          <p:cNvSpPr txBox="1"/>
          <p:nvPr>
            <p:ph idx="14" type="body"/>
          </p:nvPr>
        </p:nvSpPr>
        <p:spPr>
          <a:xfrm>
            <a:off x="5785175" y="3848225"/>
            <a:ext cx="2991600" cy="461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Security activities are performed inconsistently and lack formal, repeatable procedures</a:t>
            </a:r>
            <a:endParaRPr sz="1100"/>
          </a:p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t/>
            </a:r>
            <a:endParaRPr/>
          </a:p>
        </p:txBody>
      </p:sp>
      <p:pic>
        <p:nvPicPr>
          <p:cNvPr id="566" name="Google Shape;566;p7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88141" y="206725"/>
            <a:ext cx="3792083" cy="28440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0" name="Shape 5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Google Shape;571;p72"/>
          <p:cNvSpPr txBox="1"/>
          <p:nvPr>
            <p:ph idx="4294967295" type="title"/>
          </p:nvPr>
        </p:nvSpPr>
        <p:spPr>
          <a:xfrm>
            <a:off x="361975" y="369300"/>
            <a:ext cx="5237700" cy="58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>
                <a:solidFill>
                  <a:schemeClr val="dk1"/>
                </a:solidFill>
              </a:rPr>
              <a:t>Good Practices Observed</a:t>
            </a:r>
            <a:endParaRPr sz="3600">
              <a:solidFill>
                <a:schemeClr val="dk1"/>
              </a:solidFill>
            </a:endParaRPr>
          </a:p>
        </p:txBody>
      </p:sp>
      <p:sp>
        <p:nvSpPr>
          <p:cNvPr id="572" name="Google Shape;572;p72"/>
          <p:cNvSpPr txBox="1"/>
          <p:nvPr>
            <p:ph idx="1" type="body"/>
          </p:nvPr>
        </p:nvSpPr>
        <p:spPr>
          <a:xfrm>
            <a:off x="484700" y="1591562"/>
            <a:ext cx="3783600" cy="2959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175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</a:pPr>
            <a:r>
              <a:rPr lang="en" sz="14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Use of Paychex and related financial processes</a:t>
            </a:r>
            <a:endParaRPr sz="14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17500" lvl="0" marL="457200" rtl="0" algn="l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</a:pPr>
            <a:r>
              <a:rPr lang="en" sz="14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Access to Paychex restricted to finance and accounting staff</a:t>
            </a:r>
            <a:endParaRPr sz="14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17500" lvl="0" marL="457200" rtl="0" algn="l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</a:pPr>
            <a:r>
              <a:rPr lang="en" sz="14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A defined password policy is in place</a:t>
            </a:r>
            <a:endParaRPr sz="14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17500" lvl="0" marL="457200" rtl="0" algn="l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</a:pPr>
            <a:r>
              <a:rPr lang="en" sz="14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Servers, desktops, and laptops have McAfee deployed</a:t>
            </a:r>
            <a:endParaRPr sz="14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317500" lvl="0" marL="457200" rtl="0" algn="l">
              <a:lnSpc>
                <a:spcPct val="15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DM Sans"/>
              <a:buChar char="●"/>
            </a:pPr>
            <a:r>
              <a:rPr lang="en" sz="14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Accurate device inventory maintained</a:t>
            </a:r>
            <a:endParaRPr sz="14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0" lvl="0" marL="0" rtl="0" algn="l">
              <a:lnSpc>
                <a:spcPct val="150000"/>
              </a:lnSpc>
              <a:spcBef>
                <a:spcPts val="800"/>
              </a:spcBef>
              <a:spcAft>
                <a:spcPts val="800"/>
              </a:spcAft>
              <a:buNone/>
            </a:pPr>
            <a:r>
              <a:t/>
            </a:r>
            <a:endParaRPr sz="14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573" name="Google Shape;57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66650" y="1898313"/>
            <a:ext cx="2733675" cy="1666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7" name="Shape 5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8" name="Google Shape;578;p73"/>
          <p:cNvSpPr txBox="1"/>
          <p:nvPr>
            <p:ph idx="4294967295" type="title"/>
          </p:nvPr>
        </p:nvSpPr>
        <p:spPr>
          <a:xfrm>
            <a:off x="361975" y="369300"/>
            <a:ext cx="6673800" cy="587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High Level Concerns</a:t>
            </a:r>
            <a:endParaRPr sz="3600"/>
          </a:p>
        </p:txBody>
      </p:sp>
      <p:sp>
        <p:nvSpPr>
          <p:cNvPr id="579" name="Google Shape;579;p73"/>
          <p:cNvSpPr txBox="1"/>
          <p:nvPr>
            <p:ph idx="1" type="body"/>
          </p:nvPr>
        </p:nvSpPr>
        <p:spPr>
          <a:xfrm>
            <a:off x="483175" y="2417500"/>
            <a:ext cx="2455500" cy="121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Unpatched </a:t>
            </a:r>
            <a:r>
              <a:rPr lang="en"/>
              <a:t>Windows OS and Microsoft Office software is unreliable, error-prone, and creates operational instability and vulnerability exposure.</a:t>
            </a:r>
            <a:endParaRPr/>
          </a:p>
        </p:txBody>
      </p:sp>
      <p:sp>
        <p:nvSpPr>
          <p:cNvPr id="580" name="Google Shape;580;p73"/>
          <p:cNvSpPr txBox="1"/>
          <p:nvPr>
            <p:ph idx="2" type="body"/>
          </p:nvPr>
        </p:nvSpPr>
        <p:spPr>
          <a:xfrm>
            <a:off x="334772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 encryption on systems or stored data, leaving all information accessible in cleartext.</a:t>
            </a:r>
            <a:endParaRPr/>
          </a:p>
        </p:txBody>
      </p:sp>
      <p:sp>
        <p:nvSpPr>
          <p:cNvPr id="581" name="Google Shape;581;p73"/>
          <p:cNvSpPr txBox="1"/>
          <p:nvPr>
            <p:ph idx="3" type="subTitle"/>
          </p:nvPr>
        </p:nvSpPr>
        <p:spPr>
          <a:xfrm>
            <a:off x="4831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Outdated Software</a:t>
            </a:r>
            <a:endParaRPr/>
          </a:p>
        </p:txBody>
      </p:sp>
      <p:sp>
        <p:nvSpPr>
          <p:cNvPr id="582" name="Google Shape;582;p73"/>
          <p:cNvSpPr txBox="1"/>
          <p:nvPr>
            <p:ph idx="4" type="subTitle"/>
          </p:nvPr>
        </p:nvSpPr>
        <p:spPr>
          <a:xfrm>
            <a:off x="334772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 Encryption</a:t>
            </a:r>
            <a:endParaRPr/>
          </a:p>
        </p:txBody>
      </p:sp>
      <p:sp>
        <p:nvSpPr>
          <p:cNvPr id="583" name="Google Shape;583;p73"/>
          <p:cNvSpPr txBox="1"/>
          <p:nvPr>
            <p:ph idx="5" type="subTitle"/>
          </p:nvPr>
        </p:nvSpPr>
        <p:spPr>
          <a:xfrm>
            <a:off x="6212275" y="1336150"/>
            <a:ext cx="2455500" cy="77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Lack of Training &amp; Improper Handling of Information</a:t>
            </a:r>
            <a:endParaRPr/>
          </a:p>
        </p:txBody>
      </p:sp>
      <p:sp>
        <p:nvSpPr>
          <p:cNvPr id="584" name="Google Shape;584;p73"/>
          <p:cNvSpPr txBox="1"/>
          <p:nvPr>
            <p:ph idx="6" type="body"/>
          </p:nvPr>
        </p:nvSpPr>
        <p:spPr>
          <a:xfrm>
            <a:off x="6212275" y="2417500"/>
            <a:ext cx="2455500" cy="237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Lack of cybersecurity training and improper handling of HIPAA-relevant information, resulting in elevated human-factor risk and potential regulatory violations.</a:t>
            </a:r>
            <a:endParaRPr/>
          </a:p>
        </p:txBody>
      </p:sp>
      <p:pic>
        <p:nvPicPr>
          <p:cNvPr id="585" name="Google Shape;585;p7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12000" y="3786550"/>
            <a:ext cx="2626076" cy="1202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74"/>
          <p:cNvSpPr txBox="1"/>
          <p:nvPr>
            <p:ph idx="2" type="subTitle"/>
          </p:nvPr>
        </p:nvSpPr>
        <p:spPr>
          <a:xfrm>
            <a:off x="330575" y="2261250"/>
            <a:ext cx="2356500" cy="438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Goal: Assess using our Risk Assessment Framework</a:t>
            </a:r>
            <a:endParaRPr sz="1200"/>
          </a:p>
        </p:txBody>
      </p:sp>
      <p:sp>
        <p:nvSpPr>
          <p:cNvPr id="591" name="Google Shape;591;p74"/>
          <p:cNvSpPr txBox="1"/>
          <p:nvPr>
            <p:ph idx="4" type="subTitle"/>
          </p:nvPr>
        </p:nvSpPr>
        <p:spPr>
          <a:xfrm>
            <a:off x="3396600" y="1618038"/>
            <a:ext cx="2321700" cy="546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Determine likelihood and impact of each pair</a:t>
            </a:r>
            <a:endParaRPr/>
          </a:p>
        </p:txBody>
      </p:sp>
      <p:sp>
        <p:nvSpPr>
          <p:cNvPr id="592" name="Google Shape;592;p74"/>
          <p:cNvSpPr txBox="1"/>
          <p:nvPr>
            <p:ph idx="1" type="subTitle"/>
          </p:nvPr>
        </p:nvSpPr>
        <p:spPr>
          <a:xfrm>
            <a:off x="284375" y="1628250"/>
            <a:ext cx="2321700" cy="633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Identify Threat/Vulnerability pairs</a:t>
            </a:r>
            <a:endParaRPr/>
          </a:p>
        </p:txBody>
      </p:sp>
      <p:sp>
        <p:nvSpPr>
          <p:cNvPr id="593" name="Google Shape;593;p74"/>
          <p:cNvSpPr txBox="1"/>
          <p:nvPr>
            <p:ph idx="5" type="subTitle"/>
          </p:nvPr>
        </p:nvSpPr>
        <p:spPr>
          <a:xfrm>
            <a:off x="3396600" y="2261250"/>
            <a:ext cx="23217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Using our Risk Profile Table</a:t>
            </a:r>
            <a:endParaRPr sz="1200"/>
          </a:p>
        </p:txBody>
      </p:sp>
      <p:sp>
        <p:nvSpPr>
          <p:cNvPr id="594" name="Google Shape;594;p74"/>
          <p:cNvSpPr txBox="1"/>
          <p:nvPr>
            <p:ph type="title"/>
          </p:nvPr>
        </p:nvSpPr>
        <p:spPr>
          <a:xfrm>
            <a:off x="361975" y="369292"/>
            <a:ext cx="5718600" cy="498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Risk Ranking and Findings</a:t>
            </a:r>
            <a:endParaRPr/>
          </a:p>
        </p:txBody>
      </p:sp>
      <p:sp>
        <p:nvSpPr>
          <p:cNvPr id="595" name="Google Shape;595;p74"/>
          <p:cNvSpPr txBox="1"/>
          <p:nvPr>
            <p:ph idx="6" type="subTitle"/>
          </p:nvPr>
        </p:nvSpPr>
        <p:spPr>
          <a:xfrm>
            <a:off x="6444025" y="1618050"/>
            <a:ext cx="2321700" cy="498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Determine relative position and severity</a:t>
            </a:r>
            <a:endParaRPr/>
          </a:p>
        </p:txBody>
      </p:sp>
      <p:sp>
        <p:nvSpPr>
          <p:cNvPr id="596" name="Google Shape;596;p74"/>
          <p:cNvSpPr txBox="1"/>
          <p:nvPr>
            <p:ph idx="8" type="subTitle"/>
          </p:nvPr>
        </p:nvSpPr>
        <p:spPr>
          <a:xfrm>
            <a:off x="361975" y="3337800"/>
            <a:ext cx="8240400" cy="8805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This process allowed for consistent risk ranking, assigning each finding a risk level from Low to Critical based on the combination of how likely the event is to occur and the potential operational, financial, or regulatory impact.</a:t>
            </a:r>
            <a:endParaRPr/>
          </a:p>
        </p:txBody>
      </p:sp>
      <p:sp>
        <p:nvSpPr>
          <p:cNvPr id="597" name="Google Shape;597;p74"/>
          <p:cNvSpPr txBox="1"/>
          <p:nvPr>
            <p:ph idx="5" type="subTitle"/>
          </p:nvPr>
        </p:nvSpPr>
        <p:spPr>
          <a:xfrm>
            <a:off x="6427825" y="2261250"/>
            <a:ext cx="2321700" cy="2196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Using our 3x3 Risk Matrix</a:t>
            </a:r>
            <a:endParaRPr sz="12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1" name="Shape 6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2" name="Google Shape;602;p75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/>
              <a:t>Risk Assessment Framework</a:t>
            </a:r>
            <a:endParaRPr sz="2400"/>
          </a:p>
        </p:txBody>
      </p:sp>
      <p:graphicFrame>
        <p:nvGraphicFramePr>
          <p:cNvPr id="603" name="Google Shape;603;p75"/>
          <p:cNvGraphicFramePr/>
          <p:nvPr/>
        </p:nvGraphicFramePr>
        <p:xfrm>
          <a:off x="431625" y="3693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{4365CCC5-E06B-485A-BA1E-93D77C7B66BD}</a:tableStyleId>
              </a:tblPr>
              <a:tblGrid>
                <a:gridCol w="1265450"/>
                <a:gridCol w="1265450"/>
                <a:gridCol w="1265450"/>
              </a:tblGrid>
              <a:tr h="2609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Likelihood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Impact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</a:tr>
              <a:tr h="7042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Small Risk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Very unlikely this risk will happen (once every 2 years)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Minimal disruption; negligible operational or financial effect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</a:tr>
              <a:tr h="7042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Moderate Risk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risk may happen sometimes (once every 6-12 months)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Noticeable disruption; limited operational or financial strain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</a:tr>
              <a:tr h="7042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Large Risk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risk is likely to happen in near future (once every 2-3 months)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Significant disruption; major operational or financial damage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</a:tr>
              <a:tr h="854050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Critical Risk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This risk will definitely occur in very near future (once every 2 weeks)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Severe disruption; mission-threatening operational or financial loss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</a:tr>
            </a:tbl>
          </a:graphicData>
        </a:graphic>
      </p:graphicFrame>
      <p:graphicFrame>
        <p:nvGraphicFramePr>
          <p:cNvPr id="604" name="Google Shape;604;p75"/>
          <p:cNvGraphicFramePr/>
          <p:nvPr/>
        </p:nvGraphicFramePr>
        <p:xfrm>
          <a:off x="4618950" y="4108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{4365CCC5-E06B-485A-BA1E-93D77C7B66BD}</a:tableStyleId>
              </a:tblPr>
              <a:tblGrid>
                <a:gridCol w="1015325"/>
                <a:gridCol w="1015325"/>
                <a:gridCol w="1015325"/>
                <a:gridCol w="1015325"/>
              </a:tblGrid>
              <a:tr h="11170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Impact →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Likelihood↓ 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Low Impact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Moderate Impact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Large Impact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</a:tr>
              <a:tr h="7035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Low Likelihood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Low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Moderate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Large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</a:tr>
              <a:tr h="7035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Moderate Likelihood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Moderate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Large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Critical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</a:tr>
              <a:tr h="703575"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High Likelihood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Large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Critical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  <a:tc>
                  <a:txBody>
                    <a:bodyPr/>
                    <a:lstStyle/>
                    <a:p>
                      <a:pPr indent="0" lvl="0" marL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000"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Critical</a:t>
                      </a:r>
                      <a:endParaRPr sz="1000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63500" marB="63500" marR="63500" marL="63500"/>
                </a:tc>
              </a:tr>
            </a:tbl>
          </a:graphicData>
        </a:graphic>
      </p:graphicFrame>
      <p:sp>
        <p:nvSpPr>
          <p:cNvPr id="605" name="Google Shape;605;p75"/>
          <p:cNvSpPr txBox="1"/>
          <p:nvPr/>
        </p:nvSpPr>
        <p:spPr>
          <a:xfrm>
            <a:off x="1460550" y="3732925"/>
            <a:ext cx="19368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Figure 1: Risk Profile Table</a:t>
            </a:r>
            <a:endParaRPr sz="11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606" name="Google Shape;606;p75"/>
          <p:cNvSpPr txBox="1"/>
          <p:nvPr/>
        </p:nvSpPr>
        <p:spPr>
          <a:xfrm>
            <a:off x="5809300" y="3732925"/>
            <a:ext cx="19368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1"/>
                </a:solidFill>
                <a:latin typeface="DM Sans"/>
                <a:ea typeface="DM Sans"/>
                <a:cs typeface="DM Sans"/>
                <a:sym typeface="DM Sans"/>
              </a:rPr>
              <a:t>Figure 2: 3x3 Risk Matrix</a:t>
            </a:r>
            <a:endParaRPr sz="1100">
              <a:solidFill>
                <a:schemeClr val="lt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76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Attackers use documented vulnerabilities in outdated Windows and Office products to achieve dependable code execution. </a:t>
            </a:r>
            <a:endParaRPr/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Unpatched flaws provide a predictable path for payload delivery, escalation, and system control. </a:t>
            </a:r>
            <a:endParaRPr/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With a moderate likelihood of happening, this poses a large impact risk since it threatens significant disruption if services are taken down.</a:t>
            </a:r>
            <a:endParaRPr/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Recommendation: NIST controls CM-7 (Least Functionality), SI-3 (Malicious Code Protection), and CM-6 (Configuration Settings)</a:t>
            </a:r>
            <a:endParaRPr/>
          </a:p>
        </p:txBody>
      </p:sp>
      <p:sp>
        <p:nvSpPr>
          <p:cNvPr id="612" name="Google Shape;612;p76"/>
          <p:cNvSpPr txBox="1"/>
          <p:nvPr>
            <p:ph type="title"/>
          </p:nvPr>
        </p:nvSpPr>
        <p:spPr>
          <a:xfrm>
            <a:off x="401100" y="1515572"/>
            <a:ext cx="4045200" cy="16884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Risk #1: Malware Execution</a:t>
            </a:r>
            <a:endParaRPr/>
          </a:p>
        </p:txBody>
      </p:sp>
      <p:sp>
        <p:nvSpPr>
          <p:cNvPr id="613" name="Google Shape;613;p76"/>
          <p:cNvSpPr txBox="1"/>
          <p:nvPr>
            <p:ph idx="1" type="subTitle"/>
          </p:nvPr>
        </p:nvSpPr>
        <p:spPr>
          <a:xfrm>
            <a:off x="401100" y="3303814"/>
            <a:ext cx="4045200" cy="140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Risk Rating: Critical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p77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Cleartext storage allows anyone with system access to read or copy data without encountering any security barriers. </a:t>
            </a:r>
            <a:endParaRPr/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This removes the need for technical exploitation and turns any access event into a full data exposure. </a:t>
            </a:r>
            <a:endParaRPr/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The result is immediate loss of confidentiality across all stored information, which poses a large risk due to potential financial and reputational damage.</a:t>
            </a:r>
            <a:endParaRPr/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Recommendation: </a:t>
            </a:r>
            <a:r>
              <a:rPr lang="en"/>
              <a:t>NIST controls SC-13 (Cryptographic Protection), AC-2 (Account Management), and IA-2 (Identification and Authentication)</a:t>
            </a:r>
            <a:endParaRPr/>
          </a:p>
        </p:txBody>
      </p:sp>
      <p:sp>
        <p:nvSpPr>
          <p:cNvPr id="619" name="Google Shape;619;p77"/>
          <p:cNvSpPr txBox="1"/>
          <p:nvPr>
            <p:ph type="title"/>
          </p:nvPr>
        </p:nvSpPr>
        <p:spPr>
          <a:xfrm>
            <a:off x="307200" y="1746350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Risk #2: Unprotected Data Exposure</a:t>
            </a:r>
            <a:endParaRPr/>
          </a:p>
        </p:txBody>
      </p:sp>
      <p:sp>
        <p:nvSpPr>
          <p:cNvPr id="620" name="Google Shape;620;p77"/>
          <p:cNvSpPr txBox="1"/>
          <p:nvPr>
            <p:ph idx="1" type="subTitle"/>
          </p:nvPr>
        </p:nvSpPr>
        <p:spPr>
          <a:xfrm>
            <a:off x="307200" y="3316250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Risk Rating: Critical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4" name="Shape 6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5" name="Google Shape;625;p78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Cleartext storage allows anyone with system access to read or copy data without encountering any security barriers. </a:t>
            </a:r>
            <a:endParaRPr/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This removes the need for technical exploitation and turns any access event into a full data exposure. </a:t>
            </a:r>
            <a:endParaRPr/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The result is immediate loss of confidentiality across all stored information, which poses a large risk due to potential financial and reputational damage.</a:t>
            </a:r>
            <a:endParaRPr/>
          </a:p>
          <a:p>
            <a:pPr indent="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048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/>
              <a:t>Recommendation: NIST controls AT-2 (Security Awareness Training), AT-3 (Role-Based Training), and PS-6 (Personnel Security - Position Risk Designation)</a:t>
            </a:r>
            <a:endParaRPr/>
          </a:p>
        </p:txBody>
      </p:sp>
      <p:sp>
        <p:nvSpPr>
          <p:cNvPr id="626" name="Google Shape;626;p78"/>
          <p:cNvSpPr txBox="1"/>
          <p:nvPr>
            <p:ph type="title"/>
          </p:nvPr>
        </p:nvSpPr>
        <p:spPr>
          <a:xfrm>
            <a:off x="307200" y="1746350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Risk #3: </a:t>
            </a:r>
            <a:r>
              <a:rPr lang="en"/>
              <a:t>Human-Factor Security Gaps</a:t>
            </a:r>
            <a:endParaRPr/>
          </a:p>
        </p:txBody>
      </p:sp>
      <p:sp>
        <p:nvSpPr>
          <p:cNvPr id="627" name="Google Shape;627;p78"/>
          <p:cNvSpPr txBox="1"/>
          <p:nvPr>
            <p:ph idx="1" type="subTitle"/>
          </p:nvPr>
        </p:nvSpPr>
        <p:spPr>
          <a:xfrm>
            <a:off x="307200" y="3316250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Risk Rating: Critical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1" name="Shape 6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2" name="Google Shape;632;p79"/>
          <p:cNvSpPr txBox="1"/>
          <p:nvPr>
            <p:ph type="title"/>
          </p:nvPr>
        </p:nvSpPr>
        <p:spPr>
          <a:xfrm>
            <a:off x="364650" y="369300"/>
            <a:ext cx="8414700" cy="4986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Cost Benefit Analysis: Malware execution</a:t>
            </a:r>
            <a:endParaRPr/>
          </a:p>
        </p:txBody>
      </p:sp>
      <p:sp>
        <p:nvSpPr>
          <p:cNvPr id="633" name="Google Shape;633;p79"/>
          <p:cNvSpPr txBox="1"/>
          <p:nvPr>
            <p:ph idx="1" type="subTitle"/>
          </p:nvPr>
        </p:nvSpPr>
        <p:spPr>
          <a:xfrm>
            <a:off x="720750" y="2139824"/>
            <a:ext cx="3154800" cy="2208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175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Asset Value: $3,000,000</a:t>
            </a:r>
            <a:endParaRPr sz="1400"/>
          </a:p>
          <a:p>
            <a:pPr indent="-3175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Exposure Factor: 50%</a:t>
            </a:r>
            <a:endParaRPr sz="1400"/>
          </a:p>
          <a:p>
            <a:pPr indent="-3175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Single Loss </a:t>
            </a:r>
            <a:r>
              <a:rPr lang="en" sz="1400"/>
              <a:t>Expectancy</a:t>
            </a:r>
            <a:r>
              <a:rPr lang="en" sz="1400"/>
              <a:t>: $1,500,000</a:t>
            </a:r>
            <a:endParaRPr sz="1400"/>
          </a:p>
          <a:p>
            <a:pPr indent="-3175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Annual Rate of Occurrence: Once every five years (⅕)</a:t>
            </a:r>
            <a:endParaRPr sz="1400"/>
          </a:p>
          <a:p>
            <a:pPr indent="-3175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Annual Loss Expectancy: $300,000</a:t>
            </a:r>
            <a:endParaRPr sz="1400"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  <p:sp>
        <p:nvSpPr>
          <p:cNvPr id="634" name="Google Shape;634;p79"/>
          <p:cNvSpPr txBox="1"/>
          <p:nvPr>
            <p:ph idx="2" type="subTitle"/>
          </p:nvPr>
        </p:nvSpPr>
        <p:spPr>
          <a:xfrm>
            <a:off x="442650" y="1184800"/>
            <a:ext cx="7980600" cy="2343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/>
              <a:t>Goal: Evaluate annual expected loss for the top risk and help </a:t>
            </a:r>
            <a:r>
              <a:rPr lang="en" sz="1200"/>
              <a:t>determine whether the investment effectively reduces financial exposure</a:t>
            </a:r>
            <a:endParaRPr sz="1200"/>
          </a:p>
        </p:txBody>
      </p:sp>
      <p:sp>
        <p:nvSpPr>
          <p:cNvPr id="635" name="Google Shape;635;p79"/>
          <p:cNvSpPr txBox="1"/>
          <p:nvPr>
            <p:ph idx="3" type="subTitle"/>
          </p:nvPr>
        </p:nvSpPr>
        <p:spPr>
          <a:xfrm>
            <a:off x="5268450" y="2139675"/>
            <a:ext cx="3154800" cy="2208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175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Risk Mitigation: EDR solution</a:t>
            </a:r>
            <a:endParaRPr sz="1400"/>
          </a:p>
          <a:p>
            <a:pPr indent="-3175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Control annual cost: $12,600</a:t>
            </a:r>
            <a:endParaRPr sz="1400"/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/>
              <a:t>+$1,000 one-time training cost</a:t>
            </a:r>
            <a:endParaRPr sz="1400"/>
          </a:p>
          <a:p>
            <a:pPr indent="-317500" lvl="1" marL="9144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/>
              <a:t>+$600 annual </a:t>
            </a:r>
            <a:r>
              <a:rPr lang="en" sz="1400"/>
              <a:t>maintenance</a:t>
            </a:r>
            <a:endParaRPr sz="1400"/>
          </a:p>
          <a:p>
            <a:pPr indent="-3175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sz="1400"/>
              <a:t>Annualized over 3-year tool life: $5,133.33</a:t>
            </a:r>
            <a:endParaRPr sz="140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9" name="Shape 6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Google Shape;640;p80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0"/>
              <a:t>$294,866.67</a:t>
            </a:r>
            <a:endParaRPr sz="8000"/>
          </a:p>
        </p:txBody>
      </p:sp>
      <p:sp>
        <p:nvSpPr>
          <p:cNvPr id="641" name="Google Shape;641;p80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Annual Loss Reduction</a:t>
            </a:r>
            <a:endParaRPr sz="1400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Takeaway: Implementing the control would be highly cost-effective for CPH</a:t>
            </a:r>
            <a:endParaRPr sz="14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5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p81"/>
          <p:cNvSpPr txBox="1"/>
          <p:nvPr>
            <p:ph idx="4" type="subTitle"/>
          </p:nvPr>
        </p:nvSpPr>
        <p:spPr>
          <a:xfrm>
            <a:off x="5712600" y="4290612"/>
            <a:ext cx="2613300" cy="5439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47" name="Google Shape;647;p81"/>
          <p:cNvSpPr txBox="1"/>
          <p:nvPr>
            <p:ph type="title"/>
          </p:nvPr>
        </p:nvSpPr>
        <p:spPr>
          <a:xfrm>
            <a:off x="512775" y="2385000"/>
            <a:ext cx="9895200" cy="858900"/>
          </a:xfrm>
          <a:prstGeom prst="rect">
            <a:avLst/>
          </a:prstGeom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3-Year Outlook</a:t>
            </a:r>
            <a:endParaRPr/>
          </a:p>
        </p:txBody>
      </p:sp>
      <p:sp>
        <p:nvSpPr>
          <p:cNvPr id="648" name="Google Shape;648;p81"/>
          <p:cNvSpPr txBox="1"/>
          <p:nvPr>
            <p:ph idx="5" type="subTitle"/>
          </p:nvPr>
        </p:nvSpPr>
        <p:spPr>
          <a:xfrm>
            <a:off x="1117050" y="3243901"/>
            <a:ext cx="2613300" cy="4323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/>
              <a:t>High-level overview</a:t>
            </a:r>
            <a:endParaRPr sz="1400"/>
          </a:p>
        </p:txBody>
      </p:sp>
      <p:sp>
        <p:nvSpPr>
          <p:cNvPr id="649" name="Google Shape;649;p81"/>
          <p:cNvSpPr txBox="1"/>
          <p:nvPr>
            <p:ph idx="6" type="subTitle"/>
          </p:nvPr>
        </p:nvSpPr>
        <p:spPr>
          <a:xfrm>
            <a:off x="5712600" y="1318375"/>
            <a:ext cx="2613300" cy="4830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82"/>
          <p:cNvSpPr txBox="1"/>
          <p:nvPr>
            <p:ph idx="2" type="body"/>
          </p:nvPr>
        </p:nvSpPr>
        <p:spPr>
          <a:xfrm>
            <a:off x="4938725" y="2096773"/>
            <a:ext cx="3838500" cy="80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 Manager</a:t>
            </a:r>
            <a:endParaRPr/>
          </a:p>
        </p:txBody>
      </p:sp>
      <p:sp>
        <p:nvSpPr>
          <p:cNvPr id="655" name="Google Shape;655;p82"/>
          <p:cNvSpPr txBox="1"/>
          <p:nvPr>
            <p:ph idx="1" type="body"/>
          </p:nvPr>
        </p:nvSpPr>
        <p:spPr>
          <a:xfrm>
            <a:off x="410550" y="2096768"/>
            <a:ext cx="3838500" cy="40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IT Manager</a:t>
            </a:r>
            <a:endParaRPr/>
          </a:p>
        </p:txBody>
      </p:sp>
      <p:sp>
        <p:nvSpPr>
          <p:cNvPr id="656" name="Google Shape;656;p82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 Manager</a:t>
            </a:r>
            <a:endParaRPr/>
          </a:p>
        </p:txBody>
      </p:sp>
      <p:sp>
        <p:nvSpPr>
          <p:cNvPr id="657" name="Google Shape;657;p82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 Manager</a:t>
            </a:r>
            <a:endParaRPr/>
          </a:p>
        </p:txBody>
      </p:sp>
      <p:sp>
        <p:nvSpPr>
          <p:cNvPr id="658" name="Google Shape;658;p82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Year 1</a:t>
            </a:r>
            <a:endParaRPr/>
          </a:p>
        </p:txBody>
      </p:sp>
      <p:sp>
        <p:nvSpPr>
          <p:cNvPr id="659" name="Google Shape;659;p82"/>
          <p:cNvSpPr txBox="1"/>
          <p:nvPr>
            <p:ph idx="5" type="subTitle"/>
          </p:nvPr>
        </p:nvSpPr>
        <p:spPr>
          <a:xfrm>
            <a:off x="366775" y="1277880"/>
            <a:ext cx="3838500" cy="709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Replace outdated Windows and Office Systems</a:t>
            </a:r>
            <a:endParaRPr/>
          </a:p>
        </p:txBody>
      </p:sp>
      <p:sp>
        <p:nvSpPr>
          <p:cNvPr id="660" name="Google Shape;660;p82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Implement Full Disk &amp; Data Encryption</a:t>
            </a:r>
            <a:endParaRPr/>
          </a:p>
        </p:txBody>
      </p:sp>
      <p:sp>
        <p:nvSpPr>
          <p:cNvPr id="661" name="Google Shape;661;p82"/>
          <p:cNvSpPr txBox="1"/>
          <p:nvPr>
            <p:ph idx="7" type="subTitle"/>
          </p:nvPr>
        </p:nvSpPr>
        <p:spPr>
          <a:xfrm>
            <a:off x="4938761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Deploy Basic Security Controls</a:t>
            </a:r>
            <a:endParaRPr/>
          </a:p>
        </p:txBody>
      </p:sp>
      <p:sp>
        <p:nvSpPr>
          <p:cNvPr id="662" name="Google Shape;662;p82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Centralize File Storage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6" name="Shape 6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Google Shape;667;p83"/>
          <p:cNvSpPr txBox="1"/>
          <p:nvPr>
            <p:ph idx="2" type="body"/>
          </p:nvPr>
        </p:nvSpPr>
        <p:spPr>
          <a:xfrm>
            <a:off x="4938725" y="2096773"/>
            <a:ext cx="3838500" cy="80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 Manager</a:t>
            </a:r>
            <a:endParaRPr/>
          </a:p>
        </p:txBody>
      </p:sp>
      <p:sp>
        <p:nvSpPr>
          <p:cNvPr id="668" name="Google Shape;668;p83"/>
          <p:cNvSpPr txBox="1"/>
          <p:nvPr>
            <p:ph idx="1" type="body"/>
          </p:nvPr>
        </p:nvSpPr>
        <p:spPr>
          <a:xfrm>
            <a:off x="410550" y="2096768"/>
            <a:ext cx="3838500" cy="40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IT Manager</a:t>
            </a:r>
            <a:endParaRPr/>
          </a:p>
        </p:txBody>
      </p:sp>
      <p:sp>
        <p:nvSpPr>
          <p:cNvPr id="669" name="Google Shape;669;p83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 Manager</a:t>
            </a:r>
            <a:endParaRPr/>
          </a:p>
        </p:txBody>
      </p:sp>
      <p:sp>
        <p:nvSpPr>
          <p:cNvPr id="670" name="Google Shape;670;p83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 Manager</a:t>
            </a:r>
            <a:endParaRPr/>
          </a:p>
        </p:txBody>
      </p:sp>
      <p:sp>
        <p:nvSpPr>
          <p:cNvPr id="671" name="Google Shape;671;p83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Year 2</a:t>
            </a:r>
            <a:endParaRPr/>
          </a:p>
        </p:txBody>
      </p:sp>
      <p:sp>
        <p:nvSpPr>
          <p:cNvPr id="672" name="Google Shape;672;p83"/>
          <p:cNvSpPr txBox="1"/>
          <p:nvPr>
            <p:ph idx="5" type="subTitle"/>
          </p:nvPr>
        </p:nvSpPr>
        <p:spPr>
          <a:xfrm>
            <a:off x="366775" y="1277880"/>
            <a:ext cx="3838500" cy="709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Network Segmentation</a:t>
            </a:r>
            <a:endParaRPr/>
          </a:p>
        </p:txBody>
      </p:sp>
      <p:sp>
        <p:nvSpPr>
          <p:cNvPr id="673" name="Google Shape;673;p83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MFA Implementation</a:t>
            </a:r>
            <a:endParaRPr/>
          </a:p>
        </p:txBody>
      </p:sp>
      <p:sp>
        <p:nvSpPr>
          <p:cNvPr id="674" name="Google Shape;674;p83"/>
          <p:cNvSpPr txBox="1"/>
          <p:nvPr>
            <p:ph idx="7" type="subTitle"/>
          </p:nvPr>
        </p:nvSpPr>
        <p:spPr>
          <a:xfrm>
            <a:off x="4938736" y="29491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Log Collection &amp; Security Monitoring</a:t>
            </a:r>
            <a:endParaRPr/>
          </a:p>
        </p:txBody>
      </p:sp>
      <p:sp>
        <p:nvSpPr>
          <p:cNvPr id="675" name="Google Shape;675;p83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Centralized Backup &amp; Recovery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9" name="Shape 6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0" name="Google Shape;680;p84"/>
          <p:cNvSpPr txBox="1"/>
          <p:nvPr>
            <p:ph idx="2" type="body"/>
          </p:nvPr>
        </p:nvSpPr>
        <p:spPr>
          <a:xfrm>
            <a:off x="4938725" y="2096773"/>
            <a:ext cx="3838500" cy="80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 Manager</a:t>
            </a:r>
            <a:endParaRPr/>
          </a:p>
        </p:txBody>
      </p:sp>
      <p:sp>
        <p:nvSpPr>
          <p:cNvPr id="681" name="Google Shape;681;p84"/>
          <p:cNvSpPr txBox="1"/>
          <p:nvPr>
            <p:ph idx="1" type="body"/>
          </p:nvPr>
        </p:nvSpPr>
        <p:spPr>
          <a:xfrm>
            <a:off x="410550" y="2096768"/>
            <a:ext cx="3838500" cy="400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800"/>
              </a:spcAft>
              <a:buNone/>
            </a:pPr>
            <a:r>
              <a:rPr lang="en"/>
              <a:t>IT Manager</a:t>
            </a:r>
            <a:r>
              <a:rPr lang="en"/>
              <a:t> / Leadership</a:t>
            </a:r>
            <a:endParaRPr/>
          </a:p>
        </p:txBody>
      </p:sp>
      <p:sp>
        <p:nvSpPr>
          <p:cNvPr id="682" name="Google Shape;682;p84"/>
          <p:cNvSpPr txBox="1"/>
          <p:nvPr>
            <p:ph idx="3" type="body"/>
          </p:nvPr>
        </p:nvSpPr>
        <p:spPr>
          <a:xfrm>
            <a:off x="366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Human Resources, IT</a:t>
            </a:r>
            <a:endParaRPr/>
          </a:p>
        </p:txBody>
      </p:sp>
      <p:sp>
        <p:nvSpPr>
          <p:cNvPr id="683" name="Google Shape;683;p84"/>
          <p:cNvSpPr txBox="1"/>
          <p:nvPr>
            <p:ph idx="4" type="body"/>
          </p:nvPr>
        </p:nvSpPr>
        <p:spPr>
          <a:xfrm>
            <a:off x="4938750" y="364857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 Manager / Leadership</a:t>
            </a:r>
            <a:endParaRPr/>
          </a:p>
        </p:txBody>
      </p:sp>
      <p:sp>
        <p:nvSpPr>
          <p:cNvPr id="684" name="Google Shape;684;p84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Year 3</a:t>
            </a:r>
            <a:endParaRPr/>
          </a:p>
        </p:txBody>
      </p:sp>
      <p:sp>
        <p:nvSpPr>
          <p:cNvPr id="685" name="Google Shape;685;p84"/>
          <p:cNvSpPr txBox="1"/>
          <p:nvPr>
            <p:ph idx="5" type="subTitle"/>
          </p:nvPr>
        </p:nvSpPr>
        <p:spPr>
          <a:xfrm>
            <a:off x="366775" y="1277880"/>
            <a:ext cx="3838500" cy="7098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Formal IT &amp; Security Policies</a:t>
            </a:r>
            <a:endParaRPr/>
          </a:p>
        </p:txBody>
      </p:sp>
      <p:sp>
        <p:nvSpPr>
          <p:cNvPr id="686" name="Google Shape;686;p84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Annual Risk &amp; Security Review</a:t>
            </a:r>
            <a:endParaRPr/>
          </a:p>
        </p:txBody>
      </p:sp>
      <p:sp>
        <p:nvSpPr>
          <p:cNvPr id="687" name="Google Shape;687;p84"/>
          <p:cNvSpPr txBox="1"/>
          <p:nvPr>
            <p:ph idx="7" type="subTitle"/>
          </p:nvPr>
        </p:nvSpPr>
        <p:spPr>
          <a:xfrm>
            <a:off x="5001086" y="3003288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Disaster Recovery Plan Enhancements</a:t>
            </a:r>
            <a:endParaRPr/>
          </a:p>
        </p:txBody>
      </p:sp>
      <p:sp>
        <p:nvSpPr>
          <p:cNvPr id="688" name="Google Shape;688;p84"/>
          <p:cNvSpPr txBox="1"/>
          <p:nvPr>
            <p:ph idx="8" type="subTitle"/>
          </p:nvPr>
        </p:nvSpPr>
        <p:spPr>
          <a:xfrm>
            <a:off x="366750" y="316736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Staff Security Awareness Training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p85"/>
          <p:cNvSpPr txBox="1"/>
          <p:nvPr>
            <p:ph idx="1" type="body"/>
          </p:nvPr>
        </p:nvSpPr>
        <p:spPr>
          <a:xfrm>
            <a:off x="366725" y="1759113"/>
            <a:ext cx="3838500" cy="143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Provides CPH with a clear view of priorities and actionable recommendations, with top risks mapped to NIST controls for guidance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Scored Vulnerability/Threat pairs using the DREAD model, which prioritizes which risks are most serious</a:t>
            </a:r>
            <a:endParaRPr sz="1200"/>
          </a:p>
        </p:txBody>
      </p:sp>
      <p:sp>
        <p:nvSpPr>
          <p:cNvPr id="694" name="Google Shape;694;p85"/>
          <p:cNvSpPr txBox="1"/>
          <p:nvPr>
            <p:ph idx="2" type="body"/>
          </p:nvPr>
        </p:nvSpPr>
        <p:spPr>
          <a:xfrm>
            <a:off x="4938725" y="1759093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Conducted root cause analysis, identifying factors in CHP’s top risk: Malware Execution on outdated Windows and Office systems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Clarifies each underlying cause driving malware execution risk</a:t>
            </a:r>
            <a:endParaRPr sz="1200"/>
          </a:p>
        </p:txBody>
      </p:sp>
      <p:sp>
        <p:nvSpPr>
          <p:cNvPr id="695" name="Google Shape;695;p85"/>
          <p:cNvSpPr txBox="1"/>
          <p:nvPr>
            <p:ph idx="3" type="body"/>
          </p:nvPr>
        </p:nvSpPr>
        <p:spPr>
          <a:xfrm>
            <a:off x="2539800" y="3671925"/>
            <a:ext cx="3838500" cy="113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Performed BIA for the three identified critical risks, which evaluated operational, financial, and regulatory risk impacts for each</a:t>
            </a:r>
            <a:endParaRPr sz="1200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Estimates potential </a:t>
            </a:r>
            <a:r>
              <a:rPr lang="en" sz="1200"/>
              <a:t>downtime</a:t>
            </a:r>
            <a:r>
              <a:rPr lang="en" sz="1200"/>
              <a:t>, data loss, and compliance consequences</a:t>
            </a:r>
            <a:endParaRPr sz="1200"/>
          </a:p>
        </p:txBody>
      </p:sp>
      <p:sp>
        <p:nvSpPr>
          <p:cNvPr id="696" name="Google Shape;696;p85"/>
          <p:cNvSpPr txBox="1"/>
          <p:nvPr>
            <p:ph type="title"/>
          </p:nvPr>
        </p:nvSpPr>
        <p:spPr>
          <a:xfrm>
            <a:off x="366750" y="450025"/>
            <a:ext cx="8184600" cy="758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Other Findings</a:t>
            </a:r>
            <a:endParaRPr sz="3600"/>
          </a:p>
        </p:txBody>
      </p:sp>
      <p:sp>
        <p:nvSpPr>
          <p:cNvPr id="697" name="Google Shape;697;p85"/>
          <p:cNvSpPr txBox="1"/>
          <p:nvPr>
            <p:ph idx="5" type="subTitle"/>
          </p:nvPr>
        </p:nvSpPr>
        <p:spPr>
          <a:xfrm>
            <a:off x="366763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Risk Register with DREAD</a:t>
            </a:r>
            <a:endParaRPr/>
          </a:p>
        </p:txBody>
      </p:sp>
      <p:sp>
        <p:nvSpPr>
          <p:cNvPr id="698" name="Google Shape;698;p85"/>
          <p:cNvSpPr txBox="1"/>
          <p:nvPr>
            <p:ph idx="6" type="subTitle"/>
          </p:nvPr>
        </p:nvSpPr>
        <p:spPr>
          <a:xfrm>
            <a:off x="4938738" y="1277907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Fishbone</a:t>
            </a:r>
            <a:endParaRPr/>
          </a:p>
        </p:txBody>
      </p:sp>
      <p:sp>
        <p:nvSpPr>
          <p:cNvPr id="699" name="Google Shape;699;p85"/>
          <p:cNvSpPr txBox="1"/>
          <p:nvPr>
            <p:ph idx="8" type="subTitle"/>
          </p:nvPr>
        </p:nvSpPr>
        <p:spPr>
          <a:xfrm>
            <a:off x="2539800" y="3190713"/>
            <a:ext cx="3838500" cy="48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Business Impact Analysis (BIA)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3" name="Shape 7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Google Shape;704;p86"/>
          <p:cNvSpPr txBox="1"/>
          <p:nvPr>
            <p:ph type="title"/>
          </p:nvPr>
        </p:nvSpPr>
        <p:spPr>
          <a:xfrm>
            <a:off x="476172" y="2008875"/>
            <a:ext cx="4163100" cy="13725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3600"/>
              <a:t>Thank you</a:t>
            </a:r>
            <a:endParaRPr sz="3600"/>
          </a:p>
        </p:txBody>
      </p:sp>
      <p:sp>
        <p:nvSpPr>
          <p:cNvPr id="705" name="Google Shape;705;p86"/>
          <p:cNvSpPr txBox="1"/>
          <p:nvPr/>
        </p:nvSpPr>
        <p:spPr>
          <a:xfrm>
            <a:off x="20325" y="3478600"/>
            <a:ext cx="3000000" cy="794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rPr>
              <a:t>For Questions Contact:</a:t>
            </a:r>
            <a:br>
              <a:rPr lang="en" sz="1200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rPr>
            </a:br>
            <a:r>
              <a:rPr lang="en" sz="1200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rPr>
              <a:t>Roberto Reade </a:t>
            </a:r>
            <a:endParaRPr sz="1200">
              <a:solidFill>
                <a:schemeClr val="dk1"/>
              </a:solidFill>
              <a:latin typeface="Newsreader"/>
              <a:ea typeface="Newsreader"/>
              <a:cs typeface="Newsreader"/>
              <a:sym typeface="Newsreader"/>
            </a:endParaRPr>
          </a:p>
          <a:p>
            <a:pPr indent="0" lvl="0" mar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Newsreader"/>
                <a:ea typeface="Newsreader"/>
                <a:cs typeface="Newsreader"/>
                <a:sym typeface="Newsreader"/>
              </a:rPr>
              <a:t>Ben Sippel</a:t>
            </a:r>
            <a:endParaRPr sz="1200">
              <a:latin typeface="Newsreader"/>
              <a:ea typeface="Newsreader"/>
              <a:cs typeface="Newsreader"/>
              <a:sym typeface="Newsreader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Business Plan Presentation">
  <a:themeElements>
    <a:clrScheme name="Simple Light">
      <a:dk1>
        <a:srgbClr val="F9F9F9"/>
      </a:dk1>
      <a:lt1>
        <a:srgbClr val="183C40"/>
      </a:lt1>
      <a:dk2>
        <a:srgbClr val="20494D"/>
      </a:dk2>
      <a:lt2>
        <a:srgbClr val="799DA7"/>
      </a:lt2>
      <a:accent1>
        <a:srgbClr val="B0D5CD"/>
      </a:accent1>
      <a:accent2>
        <a:srgbClr val="A6DAEA"/>
      </a:accent2>
      <a:accent3>
        <a:srgbClr val="B78D43"/>
      </a:accent3>
      <a:accent4>
        <a:srgbClr val="9AA864"/>
      </a:accent4>
      <a:accent5>
        <a:srgbClr val="426345"/>
      </a:accent5>
      <a:accent6>
        <a:srgbClr val="DCDCDC"/>
      </a:accent6>
      <a:hlink>
        <a:srgbClr val="B0D5CD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